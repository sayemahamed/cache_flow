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40"/>
  </p:notesMasterIdLst>
  <p:handoutMasterIdLst>
    <p:handoutMasterId r:id="rId41"/>
  </p:handoutMasterIdLst>
  <p:sldIdLst>
    <p:sldId id="256" r:id="rId3"/>
    <p:sldId id="333" r:id="rId4"/>
    <p:sldId id="309" r:id="rId5"/>
    <p:sldId id="336" r:id="rId6"/>
    <p:sldId id="304" r:id="rId7"/>
    <p:sldId id="335" r:id="rId8"/>
    <p:sldId id="308" r:id="rId9"/>
    <p:sldId id="334" r:id="rId10"/>
    <p:sldId id="311" r:id="rId11"/>
    <p:sldId id="313" r:id="rId12"/>
    <p:sldId id="312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37" r:id="rId24"/>
    <p:sldId id="325" r:id="rId25"/>
    <p:sldId id="331" r:id="rId26"/>
    <p:sldId id="330" r:id="rId27"/>
    <p:sldId id="326" r:id="rId28"/>
    <p:sldId id="338" r:id="rId29"/>
    <p:sldId id="295" r:id="rId30"/>
    <p:sldId id="339" r:id="rId31"/>
    <p:sldId id="327" r:id="rId32"/>
    <p:sldId id="340" r:id="rId33"/>
    <p:sldId id="301" r:id="rId34"/>
    <p:sldId id="341" r:id="rId35"/>
    <p:sldId id="307" r:id="rId36"/>
    <p:sldId id="342" r:id="rId37"/>
    <p:sldId id="332" r:id="rId38"/>
    <p:sldId id="27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4BA3"/>
    <a:srgbClr val="E7E7E7"/>
    <a:srgbClr val="FFFFFF"/>
    <a:srgbClr val="F9F6F1"/>
    <a:srgbClr val="EDE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905879-1554-4643-A13E-8EDA9C6A0F6D}" v="140" dt="2025-09-03T11:43:01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54" d="100"/>
          <a:sy n="54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ja Dutta" userId="ca0421bb67767983" providerId="LiveId" clId="{FD905879-1554-4643-A13E-8EDA9C6A0F6D}"/>
    <pc:docChg chg="undo custSel addSld delSld modSld sldOrd">
      <pc:chgData name="Turja Dutta" userId="ca0421bb67767983" providerId="LiveId" clId="{FD905879-1554-4643-A13E-8EDA9C6A0F6D}" dt="2025-09-03T11:46:04.245" v="7358" actId="207"/>
      <pc:docMkLst>
        <pc:docMk/>
      </pc:docMkLst>
      <pc:sldChg chg="modSp mod">
        <pc:chgData name="Turja Dutta" userId="ca0421bb67767983" providerId="LiveId" clId="{FD905879-1554-4643-A13E-8EDA9C6A0F6D}" dt="2025-08-29T20:22:55.088" v="6629" actId="20577"/>
        <pc:sldMkLst>
          <pc:docMk/>
          <pc:sldMk cId="4009826481" sldId="256"/>
        </pc:sldMkLst>
        <pc:spChg chg="mod">
          <ac:chgData name="Turja Dutta" userId="ca0421bb67767983" providerId="LiveId" clId="{FD905879-1554-4643-A13E-8EDA9C6A0F6D}" dt="2025-08-29T20:15:28.963" v="6627" actId="20577"/>
          <ac:spMkLst>
            <pc:docMk/>
            <pc:sldMk cId="4009826481" sldId="256"/>
            <ac:spMk id="7" creationId="{4B511CA1-E1F7-F09F-5B2B-8D5BF5C6269F}"/>
          </ac:spMkLst>
        </pc:spChg>
        <pc:spChg chg="mod">
          <ac:chgData name="Turja Dutta" userId="ca0421bb67767983" providerId="LiveId" clId="{FD905879-1554-4643-A13E-8EDA9C6A0F6D}" dt="2025-08-29T20:22:55.088" v="6629" actId="20577"/>
          <ac:spMkLst>
            <pc:docMk/>
            <pc:sldMk cId="4009826481" sldId="256"/>
            <ac:spMk id="8" creationId="{124723E1-3239-105C-F567-D2FB1247B00F}"/>
          </ac:spMkLst>
        </pc:spChg>
      </pc:sldChg>
      <pc:sldChg chg="modSp mod">
        <pc:chgData name="Turja Dutta" userId="ca0421bb67767983" providerId="LiveId" clId="{FD905879-1554-4643-A13E-8EDA9C6A0F6D}" dt="2025-09-03T11:46:04.245" v="7358" actId="207"/>
        <pc:sldMkLst>
          <pc:docMk/>
          <pc:sldMk cId="0" sldId="279"/>
        </pc:sldMkLst>
        <pc:spChg chg="mod">
          <ac:chgData name="Turja Dutta" userId="ca0421bb67767983" providerId="LiveId" clId="{FD905879-1554-4643-A13E-8EDA9C6A0F6D}" dt="2025-09-03T11:46:04.245" v="7358" actId="207"/>
          <ac:spMkLst>
            <pc:docMk/>
            <pc:sldMk cId="0" sldId="279"/>
            <ac:spMk id="13298" creationId="{00000000-0000-0000-0000-000000000000}"/>
          </ac:spMkLst>
        </pc:spChg>
      </pc:sldChg>
      <pc:sldChg chg="modSp mod">
        <pc:chgData name="Turja Dutta" userId="ca0421bb67767983" providerId="LiveId" clId="{FD905879-1554-4643-A13E-8EDA9C6A0F6D}" dt="2025-08-29T19:35:52.166" v="6423" actId="20577"/>
        <pc:sldMkLst>
          <pc:docMk/>
          <pc:sldMk cId="1474244055" sldId="295"/>
        </pc:sldMkLst>
        <pc:spChg chg="mod">
          <ac:chgData name="Turja Dutta" userId="ca0421bb67767983" providerId="LiveId" clId="{FD905879-1554-4643-A13E-8EDA9C6A0F6D}" dt="2025-08-29T19:35:52.166" v="6423" actId="20577"/>
          <ac:spMkLst>
            <pc:docMk/>
            <pc:sldMk cId="1474244055" sldId="295"/>
            <ac:spMk id="5" creationId="{E1FABAEB-2FC2-26D0-7E6A-12690F8BE772}"/>
          </ac:spMkLst>
        </pc:spChg>
        <pc:spChg chg="mod">
          <ac:chgData name="Turja Dutta" userId="ca0421bb67767983" providerId="LiveId" clId="{FD905879-1554-4643-A13E-8EDA9C6A0F6D}" dt="2025-08-29T19:29:20.994" v="5514" actId="20577"/>
          <ac:spMkLst>
            <pc:docMk/>
            <pc:sldMk cId="1474244055" sldId="295"/>
            <ac:spMk id="38" creationId="{00000000-0000-0000-0000-000000000000}"/>
          </ac:spMkLst>
        </pc:spChg>
      </pc:sldChg>
      <pc:sldChg chg="modSp del mod">
        <pc:chgData name="Turja Dutta" userId="ca0421bb67767983" providerId="LiveId" clId="{FD905879-1554-4643-A13E-8EDA9C6A0F6D}" dt="2025-08-29T15:50:11.973" v="136" actId="2696"/>
        <pc:sldMkLst>
          <pc:docMk/>
          <pc:sldMk cId="624507907" sldId="297"/>
        </pc:sldMkLst>
      </pc:sldChg>
      <pc:sldChg chg="modSp mod">
        <pc:chgData name="Turja Dutta" userId="ca0421bb67767983" providerId="LiveId" clId="{FD905879-1554-4643-A13E-8EDA9C6A0F6D}" dt="2025-08-29T19:41:57.760" v="6438" actId="255"/>
        <pc:sldMkLst>
          <pc:docMk/>
          <pc:sldMk cId="657417621" sldId="301"/>
        </pc:sldMkLst>
        <pc:spChg chg="mod">
          <ac:chgData name="Turja Dutta" userId="ca0421bb67767983" providerId="LiveId" clId="{FD905879-1554-4643-A13E-8EDA9C6A0F6D}" dt="2025-08-29T19:41:57.760" v="6438" actId="255"/>
          <ac:spMkLst>
            <pc:docMk/>
            <pc:sldMk cId="657417621" sldId="301"/>
            <ac:spMk id="7" creationId="{C36A2889-4D9E-5FC2-5CF0-4DF4B81AFD89}"/>
          </ac:spMkLst>
        </pc:spChg>
      </pc:sldChg>
      <pc:sldChg chg="del">
        <pc:chgData name="Turja Dutta" userId="ca0421bb67767983" providerId="LiveId" clId="{FD905879-1554-4643-A13E-8EDA9C6A0F6D}" dt="2025-08-29T15:50:17.332" v="137" actId="2696"/>
        <pc:sldMkLst>
          <pc:docMk/>
          <pc:sldMk cId="1385064815" sldId="302"/>
        </pc:sldMkLst>
      </pc:sldChg>
      <pc:sldChg chg="modSp del mod">
        <pc:chgData name="Turja Dutta" userId="ca0421bb67767983" providerId="LiveId" clId="{FD905879-1554-4643-A13E-8EDA9C6A0F6D}" dt="2025-08-29T19:48:34.213" v="6496" actId="2696"/>
        <pc:sldMkLst>
          <pc:docMk/>
          <pc:sldMk cId="2287131773" sldId="303"/>
        </pc:sldMkLst>
      </pc:sldChg>
      <pc:sldChg chg="addSp delSp modSp mod modClrScheme chgLayout">
        <pc:chgData name="Turja Dutta" userId="ca0421bb67767983" providerId="LiveId" clId="{FD905879-1554-4643-A13E-8EDA9C6A0F6D}" dt="2025-09-03T11:45:00.038" v="7352" actId="1076"/>
        <pc:sldMkLst>
          <pc:docMk/>
          <pc:sldMk cId="2245004679" sldId="304"/>
        </pc:sldMkLst>
        <pc:spChg chg="mod">
          <ac:chgData name="Turja Dutta" userId="ca0421bb67767983" providerId="LiveId" clId="{FD905879-1554-4643-A13E-8EDA9C6A0F6D}" dt="2025-09-03T11:44:48.497" v="7350" actId="1076"/>
          <ac:spMkLst>
            <pc:docMk/>
            <pc:sldMk cId="2245004679" sldId="304"/>
            <ac:spMk id="2" creationId="{3DCC4180-24E5-8D5B-E9C4-955AEEE99094}"/>
          </ac:spMkLst>
        </pc:spChg>
        <pc:spChg chg="add mod">
          <ac:chgData name="Turja Dutta" userId="ca0421bb67767983" providerId="LiveId" clId="{FD905879-1554-4643-A13E-8EDA9C6A0F6D}" dt="2025-08-29T20:41:47.761" v="6873" actId="113"/>
          <ac:spMkLst>
            <pc:docMk/>
            <pc:sldMk cId="2245004679" sldId="304"/>
            <ac:spMk id="3" creationId="{D29357EC-84AF-EC56-B8D8-2832890A748F}"/>
          </ac:spMkLst>
        </pc:spChg>
        <pc:spChg chg="add mod">
          <ac:chgData name="Turja Dutta" userId="ca0421bb67767983" providerId="LiveId" clId="{FD905879-1554-4643-A13E-8EDA9C6A0F6D}" dt="2025-08-29T20:41:20.963" v="6867" actId="255"/>
          <ac:spMkLst>
            <pc:docMk/>
            <pc:sldMk cId="2245004679" sldId="304"/>
            <ac:spMk id="9" creationId="{95F7F2C3-65EA-EAB9-7D8E-7F7F47822123}"/>
          </ac:spMkLst>
        </pc:spChg>
        <pc:spChg chg="mod">
          <ac:chgData name="Turja Dutta" userId="ca0421bb67767983" providerId="LiveId" clId="{FD905879-1554-4643-A13E-8EDA9C6A0F6D}" dt="2025-09-03T11:45:00.038" v="7352" actId="1076"/>
          <ac:spMkLst>
            <pc:docMk/>
            <pc:sldMk cId="2245004679" sldId="304"/>
            <ac:spMk id="38" creationId="{00000000-0000-0000-0000-000000000000}"/>
          </ac:spMkLst>
        </pc:spChg>
      </pc:sldChg>
      <pc:sldChg chg="del">
        <pc:chgData name="Turja Dutta" userId="ca0421bb67767983" providerId="LiveId" clId="{FD905879-1554-4643-A13E-8EDA9C6A0F6D}" dt="2025-08-29T19:48:38.198" v="6497" actId="2696"/>
        <pc:sldMkLst>
          <pc:docMk/>
          <pc:sldMk cId="3322687112" sldId="305"/>
        </pc:sldMkLst>
      </pc:sldChg>
      <pc:sldChg chg="modSp mod">
        <pc:chgData name="Turja Dutta" userId="ca0421bb67767983" providerId="LiveId" clId="{FD905879-1554-4643-A13E-8EDA9C6A0F6D}" dt="2025-09-03T11:40:08.294" v="7344" actId="20577"/>
        <pc:sldMkLst>
          <pc:docMk/>
          <pc:sldMk cId="2565124767" sldId="307"/>
        </pc:sldMkLst>
        <pc:spChg chg="mod">
          <ac:chgData name="Turja Dutta" userId="ca0421bb67767983" providerId="LiveId" clId="{FD905879-1554-4643-A13E-8EDA9C6A0F6D}" dt="2025-09-03T11:40:08.294" v="7344" actId="20577"/>
          <ac:spMkLst>
            <pc:docMk/>
            <pc:sldMk cId="2565124767" sldId="307"/>
            <ac:spMk id="4" creationId="{5F0D6BB2-1565-9B1A-2C37-AEFC14C6472A}"/>
          </ac:spMkLst>
        </pc:spChg>
      </pc:sldChg>
      <pc:sldChg chg="addSp delSp modSp mod">
        <pc:chgData name="Turja Dutta" userId="ca0421bb67767983" providerId="LiveId" clId="{FD905879-1554-4643-A13E-8EDA9C6A0F6D}" dt="2025-08-29T15:49:33.275" v="130" actId="1076"/>
        <pc:sldMkLst>
          <pc:docMk/>
          <pc:sldMk cId="2265297314" sldId="308"/>
        </pc:sldMkLst>
        <pc:spChg chg="add mod">
          <ac:chgData name="Turja Dutta" userId="ca0421bb67767983" providerId="LiveId" clId="{FD905879-1554-4643-A13E-8EDA9C6A0F6D}" dt="2025-08-29T15:49:26.856" v="129" actId="1076"/>
          <ac:spMkLst>
            <pc:docMk/>
            <pc:sldMk cId="2265297314" sldId="308"/>
            <ac:spMk id="3" creationId="{E2AA4800-CBB0-EB46-8A23-E56C14E884E1}"/>
          </ac:spMkLst>
        </pc:spChg>
        <pc:spChg chg="add mod">
          <ac:chgData name="Turja Dutta" userId="ca0421bb67767983" providerId="LiveId" clId="{FD905879-1554-4643-A13E-8EDA9C6A0F6D}" dt="2025-08-29T15:49:22.410" v="128" actId="1076"/>
          <ac:spMkLst>
            <pc:docMk/>
            <pc:sldMk cId="2265297314" sldId="308"/>
            <ac:spMk id="4" creationId="{642E0634-4BDC-D104-9DB7-20273B8378BD}"/>
          </ac:spMkLst>
        </pc:spChg>
        <pc:spChg chg="mod">
          <ac:chgData name="Turja Dutta" userId="ca0421bb67767983" providerId="LiveId" clId="{FD905879-1554-4643-A13E-8EDA9C6A0F6D}" dt="2025-08-29T15:41:46.503" v="113" actId="14100"/>
          <ac:spMkLst>
            <pc:docMk/>
            <pc:sldMk cId="2265297314" sldId="308"/>
            <ac:spMk id="5" creationId="{CD9CFDB8-D852-9F11-AA2B-E81E6D1651E3}"/>
          </ac:spMkLst>
        </pc:spChg>
        <pc:spChg chg="mod">
          <ac:chgData name="Turja Dutta" userId="ca0421bb67767983" providerId="LiveId" clId="{FD905879-1554-4643-A13E-8EDA9C6A0F6D}" dt="2025-08-29T15:41:51.168" v="114" actId="14100"/>
          <ac:spMkLst>
            <pc:docMk/>
            <pc:sldMk cId="2265297314" sldId="308"/>
            <ac:spMk id="6" creationId="{704E36FD-5D8E-9653-FFBC-50C54BD393C2}"/>
          </ac:spMkLst>
        </pc:spChg>
        <pc:spChg chg="mod">
          <ac:chgData name="Turja Dutta" userId="ca0421bb67767983" providerId="LiveId" clId="{FD905879-1554-4643-A13E-8EDA9C6A0F6D}" dt="2025-08-29T15:41:55.642" v="115" actId="14100"/>
          <ac:spMkLst>
            <pc:docMk/>
            <pc:sldMk cId="2265297314" sldId="308"/>
            <ac:spMk id="7" creationId="{7A6A8B59-8C52-4979-B099-B98F8036FBC2}"/>
          </ac:spMkLst>
        </pc:spChg>
        <pc:spChg chg="add mod">
          <ac:chgData name="Turja Dutta" userId="ca0421bb67767983" providerId="LiveId" clId="{FD905879-1554-4643-A13E-8EDA9C6A0F6D}" dt="2025-08-29T15:49:33.275" v="130" actId="1076"/>
          <ac:spMkLst>
            <pc:docMk/>
            <pc:sldMk cId="2265297314" sldId="308"/>
            <ac:spMk id="8" creationId="{AAD2A093-1592-E025-99A4-46BDB9C0AF5A}"/>
          </ac:spMkLst>
        </pc:spChg>
        <pc:spChg chg="mod">
          <ac:chgData name="Turja Dutta" userId="ca0421bb67767983" providerId="LiveId" clId="{FD905879-1554-4643-A13E-8EDA9C6A0F6D}" dt="2025-08-29T15:39:58.996" v="98" actId="20577"/>
          <ac:spMkLst>
            <pc:docMk/>
            <pc:sldMk cId="2265297314" sldId="308"/>
            <ac:spMk id="38" creationId="{00000000-0000-0000-0000-000000000000}"/>
          </ac:spMkLst>
        </pc:spChg>
      </pc:sldChg>
      <pc:sldChg chg="addSp delSp modSp mod">
        <pc:chgData name="Turja Dutta" userId="ca0421bb67767983" providerId="LiveId" clId="{FD905879-1554-4643-A13E-8EDA9C6A0F6D}" dt="2025-09-03T11:45:08.974" v="7353" actId="207"/>
        <pc:sldMkLst>
          <pc:docMk/>
          <pc:sldMk cId="2334021661" sldId="309"/>
        </pc:sldMkLst>
        <pc:spChg chg="mod">
          <ac:chgData name="Turja Dutta" userId="ca0421bb67767983" providerId="LiveId" clId="{FD905879-1554-4643-A13E-8EDA9C6A0F6D}" dt="2025-09-03T11:45:08.974" v="7353" actId="207"/>
          <ac:spMkLst>
            <pc:docMk/>
            <pc:sldMk cId="2334021661" sldId="309"/>
            <ac:spMk id="2" creationId="{0C877389-61A3-358D-D00E-6EEA92217D0E}"/>
          </ac:spMkLst>
        </pc:spChg>
        <pc:spChg chg="mod">
          <ac:chgData name="Turja Dutta" userId="ca0421bb67767983" providerId="LiveId" clId="{FD905879-1554-4643-A13E-8EDA9C6A0F6D}" dt="2025-08-29T20:40:07.229" v="6855" actId="6549"/>
          <ac:spMkLst>
            <pc:docMk/>
            <pc:sldMk cId="2334021661" sldId="309"/>
            <ac:spMk id="6" creationId="{5F484604-9E5D-0CB2-D5D8-A4D0EFDDB01B}"/>
          </ac:spMkLst>
        </pc:spChg>
      </pc:sldChg>
      <pc:sldChg chg="addSp delSp modSp del mod modClrScheme chgLayout">
        <pc:chgData name="Turja Dutta" userId="ca0421bb67767983" providerId="LiveId" clId="{FD905879-1554-4643-A13E-8EDA9C6A0F6D}" dt="2025-08-29T20:35:56.229" v="6768" actId="2696"/>
        <pc:sldMkLst>
          <pc:docMk/>
          <pc:sldMk cId="1062624004" sldId="310"/>
        </pc:sldMkLst>
      </pc:sldChg>
      <pc:sldChg chg="addSp modSp new mod modClrScheme chgLayout">
        <pc:chgData name="Turja Dutta" userId="ca0421bb67767983" providerId="LiveId" clId="{FD905879-1554-4643-A13E-8EDA9C6A0F6D}" dt="2025-08-29T16:03:15.676" v="470" actId="20577"/>
        <pc:sldMkLst>
          <pc:docMk/>
          <pc:sldMk cId="2306161137" sldId="311"/>
        </pc:sldMkLst>
        <pc:spChg chg="add mod">
          <ac:chgData name="Turja Dutta" userId="ca0421bb67767983" providerId="LiveId" clId="{FD905879-1554-4643-A13E-8EDA9C6A0F6D}" dt="2025-08-29T15:51:00.535" v="142" actId="1076"/>
          <ac:spMkLst>
            <pc:docMk/>
            <pc:sldMk cId="2306161137" sldId="311"/>
            <ac:spMk id="2" creationId="{1468D2C6-C50D-739D-38A2-15C329B4BD1F}"/>
          </ac:spMkLst>
        </pc:spChg>
        <pc:spChg chg="add mod">
          <ac:chgData name="Turja Dutta" userId="ca0421bb67767983" providerId="LiveId" clId="{FD905879-1554-4643-A13E-8EDA9C6A0F6D}" dt="2025-08-29T15:52:01.592" v="168" actId="1076"/>
          <ac:spMkLst>
            <pc:docMk/>
            <pc:sldMk cId="2306161137" sldId="311"/>
            <ac:spMk id="3" creationId="{E1966EDD-0688-1AA4-9C52-E79DC0FC813D}"/>
          </ac:spMkLst>
        </pc:spChg>
        <pc:spChg chg="add mod ord">
          <ac:chgData name="Turja Dutta" userId="ca0421bb67767983" providerId="LiveId" clId="{FD905879-1554-4643-A13E-8EDA9C6A0F6D}" dt="2025-08-29T15:55:23.064" v="236" actId="20577"/>
          <ac:spMkLst>
            <pc:docMk/>
            <pc:sldMk cId="2306161137" sldId="311"/>
            <ac:spMk id="4" creationId="{725E8F23-183A-4AC0-9F2E-6E448FAEA1A1}"/>
          </ac:spMkLst>
        </pc:spChg>
        <pc:spChg chg="add mod ord">
          <ac:chgData name="Turja Dutta" userId="ca0421bb67767983" providerId="LiveId" clId="{FD905879-1554-4643-A13E-8EDA9C6A0F6D}" dt="2025-08-29T16:03:15.676" v="470" actId="20577"/>
          <ac:spMkLst>
            <pc:docMk/>
            <pc:sldMk cId="2306161137" sldId="311"/>
            <ac:spMk id="5" creationId="{9F577722-B104-3C8A-5836-528DCF91EFD1}"/>
          </ac:spMkLst>
        </pc:spChg>
      </pc:sldChg>
      <pc:sldChg chg="addSp modSp add mod">
        <pc:chgData name="Turja Dutta" userId="ca0421bb67767983" providerId="LiveId" clId="{FD905879-1554-4643-A13E-8EDA9C6A0F6D}" dt="2025-08-29T16:03:44.348" v="479" actId="6549"/>
        <pc:sldMkLst>
          <pc:docMk/>
          <pc:sldMk cId="1617204064" sldId="312"/>
        </pc:sldMkLst>
        <pc:spChg chg="add mod">
          <ac:chgData name="Turja Dutta" userId="ca0421bb67767983" providerId="LiveId" clId="{FD905879-1554-4643-A13E-8EDA9C6A0F6D}" dt="2025-08-29T16:01:32.437" v="447" actId="20577"/>
          <ac:spMkLst>
            <pc:docMk/>
            <pc:sldMk cId="1617204064" sldId="312"/>
            <ac:spMk id="4" creationId="{0B020313-1042-B11D-097B-540E02D993E9}"/>
          </ac:spMkLst>
        </pc:spChg>
        <pc:spChg chg="add mod">
          <ac:chgData name="Turja Dutta" userId="ca0421bb67767983" providerId="LiveId" clId="{FD905879-1554-4643-A13E-8EDA9C6A0F6D}" dt="2025-08-29T16:03:44.348" v="479" actId="6549"/>
          <ac:spMkLst>
            <pc:docMk/>
            <pc:sldMk cId="1617204064" sldId="312"/>
            <ac:spMk id="5" creationId="{71AB96FA-54F9-B1B2-0999-928658170987}"/>
          </ac:spMkLst>
        </pc:spChg>
      </pc:sldChg>
      <pc:sldChg chg="modSp add mod">
        <pc:chgData name="Turja Dutta" userId="ca0421bb67767983" providerId="LiveId" clId="{FD905879-1554-4643-A13E-8EDA9C6A0F6D}" dt="2025-08-29T16:07:31.184" v="592" actId="1076"/>
        <pc:sldMkLst>
          <pc:docMk/>
          <pc:sldMk cId="1244732895" sldId="313"/>
        </pc:sldMkLst>
        <pc:spChg chg="mod">
          <ac:chgData name="Turja Dutta" userId="ca0421bb67767983" providerId="LiveId" clId="{FD905879-1554-4643-A13E-8EDA9C6A0F6D}" dt="2025-08-29T16:07:24.248" v="591" actId="1076"/>
          <ac:spMkLst>
            <pc:docMk/>
            <pc:sldMk cId="1244732895" sldId="313"/>
            <ac:spMk id="4" creationId="{53C33F20-49D5-33AE-0632-1F0B7D9BF2D7}"/>
          </ac:spMkLst>
        </pc:spChg>
        <pc:spChg chg="mod">
          <ac:chgData name="Turja Dutta" userId="ca0421bb67767983" providerId="LiveId" clId="{FD905879-1554-4643-A13E-8EDA9C6A0F6D}" dt="2025-08-29T16:07:31.184" v="592" actId="1076"/>
          <ac:spMkLst>
            <pc:docMk/>
            <pc:sldMk cId="1244732895" sldId="313"/>
            <ac:spMk id="5" creationId="{BABACA05-4B3E-5B0B-C96C-96D89B154B9C}"/>
          </ac:spMkLst>
        </pc:spChg>
      </pc:sldChg>
      <pc:sldChg chg="add del">
        <pc:chgData name="Turja Dutta" userId="ca0421bb67767983" providerId="LiveId" clId="{FD905879-1554-4643-A13E-8EDA9C6A0F6D}" dt="2025-08-29T16:00:11.826" v="365" actId="2696"/>
        <pc:sldMkLst>
          <pc:docMk/>
          <pc:sldMk cId="2379732352" sldId="313"/>
        </pc:sldMkLst>
      </pc:sldChg>
      <pc:sldChg chg="add del">
        <pc:chgData name="Turja Dutta" userId="ca0421bb67767983" providerId="LiveId" clId="{FD905879-1554-4643-A13E-8EDA9C6A0F6D}" dt="2025-08-29T16:00:15.139" v="366" actId="2696"/>
        <pc:sldMkLst>
          <pc:docMk/>
          <pc:sldMk cId="728559647" sldId="314"/>
        </pc:sldMkLst>
      </pc:sldChg>
      <pc:sldChg chg="modSp add mod">
        <pc:chgData name="Turja Dutta" userId="ca0421bb67767983" providerId="LiveId" clId="{FD905879-1554-4643-A13E-8EDA9C6A0F6D}" dt="2025-08-29T18:01:20.030" v="718" actId="20577"/>
        <pc:sldMkLst>
          <pc:docMk/>
          <pc:sldMk cId="2240119520" sldId="314"/>
        </pc:sldMkLst>
        <pc:spChg chg="mod">
          <ac:chgData name="Turja Dutta" userId="ca0421bb67767983" providerId="LiveId" clId="{FD905879-1554-4643-A13E-8EDA9C6A0F6D}" dt="2025-08-29T16:08:19.673" v="631" actId="20577"/>
          <ac:spMkLst>
            <pc:docMk/>
            <pc:sldMk cId="2240119520" sldId="314"/>
            <ac:spMk id="4" creationId="{2B94D209-0AB9-C1DE-2B2C-57D2280F3CA1}"/>
          </ac:spMkLst>
        </pc:spChg>
        <pc:spChg chg="mod">
          <ac:chgData name="Turja Dutta" userId="ca0421bb67767983" providerId="LiveId" clId="{FD905879-1554-4643-A13E-8EDA9C6A0F6D}" dt="2025-08-29T18:01:20.030" v="718" actId="20577"/>
          <ac:spMkLst>
            <pc:docMk/>
            <pc:sldMk cId="2240119520" sldId="314"/>
            <ac:spMk id="5" creationId="{0DC2C15D-8DB9-73AC-AC22-A430C81E2F5A}"/>
          </ac:spMkLst>
        </pc:spChg>
      </pc:sldChg>
      <pc:sldChg chg="modSp add mod">
        <pc:chgData name="Turja Dutta" userId="ca0421bb67767983" providerId="LiveId" clId="{FD905879-1554-4643-A13E-8EDA9C6A0F6D}" dt="2025-08-29T18:03:35.075" v="786" actId="20577"/>
        <pc:sldMkLst>
          <pc:docMk/>
          <pc:sldMk cId="1473103803" sldId="315"/>
        </pc:sldMkLst>
        <pc:spChg chg="mod">
          <ac:chgData name="Turja Dutta" userId="ca0421bb67767983" providerId="LiveId" clId="{FD905879-1554-4643-A13E-8EDA9C6A0F6D}" dt="2025-08-29T18:02:34.396" v="757" actId="20577"/>
          <ac:spMkLst>
            <pc:docMk/>
            <pc:sldMk cId="1473103803" sldId="315"/>
            <ac:spMk id="4" creationId="{B6473D9A-9B62-FC23-2FCE-8F5038673711}"/>
          </ac:spMkLst>
        </pc:spChg>
        <pc:spChg chg="mod">
          <ac:chgData name="Turja Dutta" userId="ca0421bb67767983" providerId="LiveId" clId="{FD905879-1554-4643-A13E-8EDA9C6A0F6D}" dt="2025-08-29T18:03:35.075" v="786" actId="20577"/>
          <ac:spMkLst>
            <pc:docMk/>
            <pc:sldMk cId="1473103803" sldId="315"/>
            <ac:spMk id="5" creationId="{40915C25-3A25-60FE-241D-C618F3BA8544}"/>
          </ac:spMkLst>
        </pc:spChg>
      </pc:sldChg>
      <pc:sldChg chg="modSp add mod">
        <pc:chgData name="Turja Dutta" userId="ca0421bb67767983" providerId="LiveId" clId="{FD905879-1554-4643-A13E-8EDA9C6A0F6D}" dt="2025-08-29T18:17:30.449" v="1245" actId="20577"/>
        <pc:sldMkLst>
          <pc:docMk/>
          <pc:sldMk cId="1044148357" sldId="316"/>
        </pc:sldMkLst>
        <pc:spChg chg="mod">
          <ac:chgData name="Turja Dutta" userId="ca0421bb67767983" providerId="LiveId" clId="{FD905879-1554-4643-A13E-8EDA9C6A0F6D}" dt="2025-08-29T18:10:21.652" v="878" actId="20577"/>
          <ac:spMkLst>
            <pc:docMk/>
            <pc:sldMk cId="1044148357" sldId="316"/>
            <ac:spMk id="4" creationId="{08EDABF7-6ED0-D3AE-F8EA-18B9FB579541}"/>
          </ac:spMkLst>
        </pc:spChg>
        <pc:spChg chg="mod">
          <ac:chgData name="Turja Dutta" userId="ca0421bb67767983" providerId="LiveId" clId="{FD905879-1554-4643-A13E-8EDA9C6A0F6D}" dt="2025-08-29T18:17:30.449" v="1245" actId="20577"/>
          <ac:spMkLst>
            <pc:docMk/>
            <pc:sldMk cId="1044148357" sldId="316"/>
            <ac:spMk id="5" creationId="{ADA31F8E-E35A-DD19-5D7D-2C28E562272B}"/>
          </ac:spMkLst>
        </pc:spChg>
      </pc:sldChg>
      <pc:sldChg chg="modSp add mod">
        <pc:chgData name="Turja Dutta" userId="ca0421bb67767983" providerId="LiveId" clId="{FD905879-1554-4643-A13E-8EDA9C6A0F6D}" dt="2025-08-29T18:22:23.190" v="1638" actId="20577"/>
        <pc:sldMkLst>
          <pc:docMk/>
          <pc:sldMk cId="3387031731" sldId="317"/>
        </pc:sldMkLst>
        <pc:spChg chg="mod">
          <ac:chgData name="Turja Dutta" userId="ca0421bb67767983" providerId="LiveId" clId="{FD905879-1554-4643-A13E-8EDA9C6A0F6D}" dt="2025-08-29T18:19:05.620" v="1366" actId="255"/>
          <ac:spMkLst>
            <pc:docMk/>
            <pc:sldMk cId="3387031731" sldId="317"/>
            <ac:spMk id="4" creationId="{6A137F8F-EC6B-7F32-8E4B-D9D9746D35CE}"/>
          </ac:spMkLst>
        </pc:spChg>
        <pc:spChg chg="mod">
          <ac:chgData name="Turja Dutta" userId="ca0421bb67767983" providerId="LiveId" clId="{FD905879-1554-4643-A13E-8EDA9C6A0F6D}" dt="2025-08-29T18:22:23.190" v="1638" actId="20577"/>
          <ac:spMkLst>
            <pc:docMk/>
            <pc:sldMk cId="3387031731" sldId="317"/>
            <ac:spMk id="5" creationId="{9EA0DB1F-9F60-CBE1-6192-C5395757BAE8}"/>
          </ac:spMkLst>
        </pc:spChg>
      </pc:sldChg>
      <pc:sldChg chg="modSp add mod">
        <pc:chgData name="Turja Dutta" userId="ca0421bb67767983" providerId="LiveId" clId="{FD905879-1554-4643-A13E-8EDA9C6A0F6D}" dt="2025-08-29T18:25:32.855" v="1931" actId="20577"/>
        <pc:sldMkLst>
          <pc:docMk/>
          <pc:sldMk cId="1890024134" sldId="318"/>
        </pc:sldMkLst>
        <pc:spChg chg="mod">
          <ac:chgData name="Turja Dutta" userId="ca0421bb67767983" providerId="LiveId" clId="{FD905879-1554-4643-A13E-8EDA9C6A0F6D}" dt="2025-08-29T18:23:56.028" v="1709" actId="20577"/>
          <ac:spMkLst>
            <pc:docMk/>
            <pc:sldMk cId="1890024134" sldId="318"/>
            <ac:spMk id="4" creationId="{9A6C8392-C6E8-A94A-F08A-4AABC68B8FF8}"/>
          </ac:spMkLst>
        </pc:spChg>
        <pc:spChg chg="mod">
          <ac:chgData name="Turja Dutta" userId="ca0421bb67767983" providerId="LiveId" clId="{FD905879-1554-4643-A13E-8EDA9C6A0F6D}" dt="2025-08-29T18:25:32.855" v="1931" actId="20577"/>
          <ac:spMkLst>
            <pc:docMk/>
            <pc:sldMk cId="1890024134" sldId="318"/>
            <ac:spMk id="5" creationId="{0ECA8734-0950-9CB8-DCCF-73EE280D4063}"/>
          </ac:spMkLst>
        </pc:spChg>
      </pc:sldChg>
      <pc:sldChg chg="modSp add mod">
        <pc:chgData name="Turja Dutta" userId="ca0421bb67767983" providerId="LiveId" clId="{FD905879-1554-4643-A13E-8EDA9C6A0F6D}" dt="2025-08-29T18:28:26.181" v="2243" actId="20577"/>
        <pc:sldMkLst>
          <pc:docMk/>
          <pc:sldMk cId="355098026" sldId="319"/>
        </pc:sldMkLst>
        <pc:spChg chg="mod">
          <ac:chgData name="Turja Dutta" userId="ca0421bb67767983" providerId="LiveId" clId="{FD905879-1554-4643-A13E-8EDA9C6A0F6D}" dt="2025-08-29T18:26:44.776" v="2064" actId="20577"/>
          <ac:spMkLst>
            <pc:docMk/>
            <pc:sldMk cId="355098026" sldId="319"/>
            <ac:spMk id="4" creationId="{6EA4E021-6FE9-87B7-E624-8630E815B160}"/>
          </ac:spMkLst>
        </pc:spChg>
        <pc:spChg chg="mod">
          <ac:chgData name="Turja Dutta" userId="ca0421bb67767983" providerId="LiveId" clId="{FD905879-1554-4643-A13E-8EDA9C6A0F6D}" dt="2025-08-29T18:28:26.181" v="2243" actId="20577"/>
          <ac:spMkLst>
            <pc:docMk/>
            <pc:sldMk cId="355098026" sldId="319"/>
            <ac:spMk id="5" creationId="{368BAE8D-A8E7-F8C1-E0D9-A034AE2F0248}"/>
          </ac:spMkLst>
        </pc:spChg>
      </pc:sldChg>
      <pc:sldChg chg="modSp add mod">
        <pc:chgData name="Turja Dutta" userId="ca0421bb67767983" providerId="LiveId" clId="{FD905879-1554-4643-A13E-8EDA9C6A0F6D}" dt="2025-08-29T18:31:28.950" v="2566" actId="20577"/>
        <pc:sldMkLst>
          <pc:docMk/>
          <pc:sldMk cId="611773394" sldId="320"/>
        </pc:sldMkLst>
        <pc:spChg chg="mod">
          <ac:chgData name="Turja Dutta" userId="ca0421bb67767983" providerId="LiveId" clId="{FD905879-1554-4643-A13E-8EDA9C6A0F6D}" dt="2025-08-29T18:29:41.313" v="2368" actId="20577"/>
          <ac:spMkLst>
            <pc:docMk/>
            <pc:sldMk cId="611773394" sldId="320"/>
            <ac:spMk id="4" creationId="{57316DAB-98AD-245D-C49F-1CCCDFF1B61A}"/>
          </ac:spMkLst>
        </pc:spChg>
        <pc:spChg chg="mod">
          <ac:chgData name="Turja Dutta" userId="ca0421bb67767983" providerId="LiveId" clId="{FD905879-1554-4643-A13E-8EDA9C6A0F6D}" dt="2025-08-29T18:31:28.950" v="2566" actId="20577"/>
          <ac:spMkLst>
            <pc:docMk/>
            <pc:sldMk cId="611773394" sldId="320"/>
            <ac:spMk id="5" creationId="{EBCEB5AB-0F13-6ED9-50EC-A32760409289}"/>
          </ac:spMkLst>
        </pc:spChg>
      </pc:sldChg>
      <pc:sldChg chg="modSp add mod">
        <pc:chgData name="Turja Dutta" userId="ca0421bb67767983" providerId="LiveId" clId="{FD905879-1554-4643-A13E-8EDA9C6A0F6D}" dt="2025-08-29T18:34:09.846" v="2865" actId="20577"/>
        <pc:sldMkLst>
          <pc:docMk/>
          <pc:sldMk cId="3191887363" sldId="321"/>
        </pc:sldMkLst>
        <pc:spChg chg="mod">
          <ac:chgData name="Turja Dutta" userId="ca0421bb67767983" providerId="LiveId" clId="{FD905879-1554-4643-A13E-8EDA9C6A0F6D}" dt="2025-08-29T18:32:26.779" v="2664" actId="20577"/>
          <ac:spMkLst>
            <pc:docMk/>
            <pc:sldMk cId="3191887363" sldId="321"/>
            <ac:spMk id="4" creationId="{86017FEE-C54E-5BAA-E777-3D5D4B0FC842}"/>
          </ac:spMkLst>
        </pc:spChg>
        <pc:spChg chg="mod">
          <ac:chgData name="Turja Dutta" userId="ca0421bb67767983" providerId="LiveId" clId="{FD905879-1554-4643-A13E-8EDA9C6A0F6D}" dt="2025-08-29T18:34:09.846" v="2865" actId="20577"/>
          <ac:spMkLst>
            <pc:docMk/>
            <pc:sldMk cId="3191887363" sldId="321"/>
            <ac:spMk id="5" creationId="{55AAF43C-FE8D-8E7E-F0ED-CA4FCD35D3BF}"/>
          </ac:spMkLst>
        </pc:spChg>
      </pc:sldChg>
      <pc:sldChg chg="modSp add mod">
        <pc:chgData name="Turja Dutta" userId="ca0421bb67767983" providerId="LiveId" clId="{FD905879-1554-4643-A13E-8EDA9C6A0F6D}" dt="2025-08-29T18:42:54.819" v="3226" actId="20577"/>
        <pc:sldMkLst>
          <pc:docMk/>
          <pc:sldMk cId="2991979807" sldId="322"/>
        </pc:sldMkLst>
        <pc:spChg chg="mod">
          <ac:chgData name="Turja Dutta" userId="ca0421bb67767983" providerId="LiveId" clId="{FD905879-1554-4643-A13E-8EDA9C6A0F6D}" dt="2025-08-29T18:40:55.074" v="2970" actId="20577"/>
          <ac:spMkLst>
            <pc:docMk/>
            <pc:sldMk cId="2991979807" sldId="322"/>
            <ac:spMk id="4" creationId="{986CB700-867E-429E-E34A-CC662BFAC3F6}"/>
          </ac:spMkLst>
        </pc:spChg>
        <pc:spChg chg="mod">
          <ac:chgData name="Turja Dutta" userId="ca0421bb67767983" providerId="LiveId" clId="{FD905879-1554-4643-A13E-8EDA9C6A0F6D}" dt="2025-08-29T18:42:54.819" v="3226" actId="20577"/>
          <ac:spMkLst>
            <pc:docMk/>
            <pc:sldMk cId="2991979807" sldId="322"/>
            <ac:spMk id="5" creationId="{CC2F198E-C5FB-492A-4CCC-757F17BA5EA4}"/>
          </ac:spMkLst>
        </pc:spChg>
      </pc:sldChg>
      <pc:sldChg chg="modSp add mod">
        <pc:chgData name="Turja Dutta" userId="ca0421bb67767983" providerId="LiveId" clId="{FD905879-1554-4643-A13E-8EDA9C6A0F6D}" dt="2025-08-29T18:45:28.039" v="3530" actId="20577"/>
        <pc:sldMkLst>
          <pc:docMk/>
          <pc:sldMk cId="2083973877" sldId="323"/>
        </pc:sldMkLst>
        <pc:spChg chg="mod">
          <ac:chgData name="Turja Dutta" userId="ca0421bb67767983" providerId="LiveId" clId="{FD905879-1554-4643-A13E-8EDA9C6A0F6D}" dt="2025-08-29T18:44:05.403" v="3336" actId="20577"/>
          <ac:spMkLst>
            <pc:docMk/>
            <pc:sldMk cId="2083973877" sldId="323"/>
            <ac:spMk id="4" creationId="{FF42C9D3-9AAD-6A68-2B86-CBA94C249B07}"/>
          </ac:spMkLst>
        </pc:spChg>
        <pc:spChg chg="mod">
          <ac:chgData name="Turja Dutta" userId="ca0421bb67767983" providerId="LiveId" clId="{FD905879-1554-4643-A13E-8EDA9C6A0F6D}" dt="2025-08-29T18:45:28.039" v="3530" actId="20577"/>
          <ac:spMkLst>
            <pc:docMk/>
            <pc:sldMk cId="2083973877" sldId="323"/>
            <ac:spMk id="5" creationId="{CA42A3D1-E644-1A86-32B3-84D80446F6D6}"/>
          </ac:spMkLst>
        </pc:spChg>
      </pc:sldChg>
      <pc:sldChg chg="new del">
        <pc:chgData name="Turja Dutta" userId="ca0421bb67767983" providerId="LiveId" clId="{FD905879-1554-4643-A13E-8EDA9C6A0F6D}" dt="2025-08-29T18:54:26.523" v="3618" actId="2696"/>
        <pc:sldMkLst>
          <pc:docMk/>
          <pc:sldMk cId="2767623207" sldId="324"/>
        </pc:sldMkLst>
      </pc:sldChg>
      <pc:sldChg chg="addSp delSp modSp add mod">
        <pc:chgData name="Turja Dutta" userId="ca0421bb67767983" providerId="LiveId" clId="{FD905879-1554-4643-A13E-8EDA9C6A0F6D}" dt="2025-08-29T20:37:02.073" v="6821" actId="1076"/>
        <pc:sldMkLst>
          <pc:docMk/>
          <pc:sldMk cId="644442047" sldId="325"/>
        </pc:sldMkLst>
        <pc:spChg chg="mod">
          <ac:chgData name="Turja Dutta" userId="ca0421bb67767983" providerId="LiveId" clId="{FD905879-1554-4643-A13E-8EDA9C6A0F6D}" dt="2025-08-29T19:01:16.793" v="3830" actId="20577"/>
          <ac:spMkLst>
            <pc:docMk/>
            <pc:sldMk cId="644442047" sldId="325"/>
            <ac:spMk id="6" creationId="{A11CCB16-DC38-C4D2-758F-E1C18835BB1B}"/>
          </ac:spMkLst>
        </pc:spChg>
        <pc:spChg chg="add mod">
          <ac:chgData name="Turja Dutta" userId="ca0421bb67767983" providerId="LiveId" clId="{FD905879-1554-4643-A13E-8EDA9C6A0F6D}" dt="2025-08-29T20:37:02.073" v="6821" actId="1076"/>
          <ac:spMkLst>
            <pc:docMk/>
            <pc:sldMk cId="644442047" sldId="325"/>
            <ac:spMk id="11" creationId="{FF2FB4AB-07F7-B59C-F9E2-1FD493B02E58}"/>
          </ac:spMkLst>
        </pc:spChg>
        <pc:picChg chg="add mod">
          <ac:chgData name="Turja Dutta" userId="ca0421bb67767983" providerId="LiveId" clId="{FD905879-1554-4643-A13E-8EDA9C6A0F6D}" dt="2025-08-29T20:33:39.557" v="6739" actId="962"/>
          <ac:picMkLst>
            <pc:docMk/>
            <pc:sldMk cId="644442047" sldId="325"/>
            <ac:picMk id="10" creationId="{C8A7E1A1-2020-1827-F2E2-0E20D10FED31}"/>
          </ac:picMkLst>
        </pc:picChg>
      </pc:sldChg>
      <pc:sldChg chg="modSp add mod">
        <pc:chgData name="Turja Dutta" userId="ca0421bb67767983" providerId="LiveId" clId="{FD905879-1554-4643-A13E-8EDA9C6A0F6D}" dt="2025-08-29T20:44:10.653" v="6885" actId="2711"/>
        <pc:sldMkLst>
          <pc:docMk/>
          <pc:sldMk cId="1065844978" sldId="326"/>
        </pc:sldMkLst>
        <pc:spChg chg="mod">
          <ac:chgData name="Turja Dutta" userId="ca0421bb67767983" providerId="LiveId" clId="{FD905879-1554-4643-A13E-8EDA9C6A0F6D}" dt="2025-08-29T20:43:54.432" v="6883" actId="2711"/>
          <ac:spMkLst>
            <pc:docMk/>
            <pc:sldMk cId="1065844978" sldId="326"/>
            <ac:spMk id="2" creationId="{828205CF-6F0E-810D-0E33-FF142A476871}"/>
          </ac:spMkLst>
        </pc:spChg>
        <pc:spChg chg="mod">
          <ac:chgData name="Turja Dutta" userId="ca0421bb67767983" providerId="LiveId" clId="{FD905879-1554-4643-A13E-8EDA9C6A0F6D}" dt="2025-08-29T20:44:03.855" v="6884" actId="2711"/>
          <ac:spMkLst>
            <pc:docMk/>
            <pc:sldMk cId="1065844978" sldId="326"/>
            <ac:spMk id="3" creationId="{47CA318E-A14F-810E-7CE4-C918A53A1626}"/>
          </ac:spMkLst>
        </pc:spChg>
        <pc:spChg chg="mod">
          <ac:chgData name="Turja Dutta" userId="ca0421bb67767983" providerId="LiveId" clId="{FD905879-1554-4643-A13E-8EDA9C6A0F6D}" dt="2025-08-29T20:43:48.229" v="6882" actId="255"/>
          <ac:spMkLst>
            <pc:docMk/>
            <pc:sldMk cId="1065844978" sldId="326"/>
            <ac:spMk id="5" creationId="{5BEE5416-D87E-BA42-0D53-00BB438D1916}"/>
          </ac:spMkLst>
        </pc:spChg>
        <pc:spChg chg="mod">
          <ac:chgData name="Turja Dutta" userId="ca0421bb67767983" providerId="LiveId" clId="{FD905879-1554-4643-A13E-8EDA9C6A0F6D}" dt="2025-08-29T20:44:10.653" v="6885" actId="2711"/>
          <ac:spMkLst>
            <pc:docMk/>
            <pc:sldMk cId="1065844978" sldId="326"/>
            <ac:spMk id="7" creationId="{09576140-A6E5-DD4B-0DFC-0EEE6CA96A04}"/>
          </ac:spMkLst>
        </pc:spChg>
      </pc:sldChg>
      <pc:sldChg chg="add">
        <pc:chgData name="Turja Dutta" userId="ca0421bb67767983" providerId="LiveId" clId="{FD905879-1554-4643-A13E-8EDA9C6A0F6D}" dt="2025-08-29T19:47:14.224" v="6478" actId="2890"/>
        <pc:sldMkLst>
          <pc:docMk/>
          <pc:sldMk cId="4065356736" sldId="327"/>
        </pc:sldMkLst>
      </pc:sldChg>
      <pc:sldChg chg="new del">
        <pc:chgData name="Turja Dutta" userId="ca0421bb67767983" providerId="LiveId" clId="{FD905879-1554-4643-A13E-8EDA9C6A0F6D}" dt="2025-08-29T20:32:09.853" v="6632" actId="2696"/>
        <pc:sldMkLst>
          <pc:docMk/>
          <pc:sldMk cId="3347226769" sldId="328"/>
        </pc:sldMkLst>
      </pc:sldChg>
      <pc:sldChg chg="new del">
        <pc:chgData name="Turja Dutta" userId="ca0421bb67767983" providerId="LiveId" clId="{FD905879-1554-4643-A13E-8EDA9C6A0F6D}" dt="2025-08-29T20:33:55.083" v="6740" actId="2696"/>
        <pc:sldMkLst>
          <pc:docMk/>
          <pc:sldMk cId="2525997112" sldId="329"/>
        </pc:sldMkLst>
      </pc:sldChg>
      <pc:sldChg chg="modSp add mod">
        <pc:chgData name="Turja Dutta" userId="ca0421bb67767983" providerId="LiveId" clId="{FD905879-1554-4643-A13E-8EDA9C6A0F6D}" dt="2025-08-29T20:43:21.438" v="6880" actId="2711"/>
        <pc:sldMkLst>
          <pc:docMk/>
          <pc:sldMk cId="4197872827" sldId="330"/>
        </pc:sldMkLst>
        <pc:spChg chg="mod">
          <ac:chgData name="Turja Dutta" userId="ca0421bb67767983" providerId="LiveId" clId="{FD905879-1554-4643-A13E-8EDA9C6A0F6D}" dt="2025-08-29T20:43:21.438" v="6880" actId="2711"/>
          <ac:spMkLst>
            <pc:docMk/>
            <pc:sldMk cId="4197872827" sldId="330"/>
            <ac:spMk id="2" creationId="{33BF3C6D-59E6-C6F1-6031-C293EDEC83EC}"/>
          </ac:spMkLst>
        </pc:spChg>
        <pc:spChg chg="mod">
          <ac:chgData name="Turja Dutta" userId="ca0421bb67767983" providerId="LiveId" clId="{FD905879-1554-4643-A13E-8EDA9C6A0F6D}" dt="2025-08-29T20:42:51.073" v="6874" actId="2711"/>
          <ac:spMkLst>
            <pc:docMk/>
            <pc:sldMk cId="4197872827" sldId="330"/>
            <ac:spMk id="3" creationId="{120C3E68-0FD2-BC30-1D12-96D574F1F8A7}"/>
          </ac:spMkLst>
        </pc:spChg>
        <pc:spChg chg="mod">
          <ac:chgData name="Turja Dutta" userId="ca0421bb67767983" providerId="LiveId" clId="{FD905879-1554-4643-A13E-8EDA9C6A0F6D}" dt="2025-08-29T20:43:12.261" v="6876" actId="2711"/>
          <ac:spMkLst>
            <pc:docMk/>
            <pc:sldMk cId="4197872827" sldId="330"/>
            <ac:spMk id="5" creationId="{C9D0BC10-8933-64D7-B23D-9F29D5D2F974}"/>
          </ac:spMkLst>
        </pc:spChg>
        <pc:spChg chg="mod">
          <ac:chgData name="Turja Dutta" userId="ca0421bb67767983" providerId="LiveId" clId="{FD905879-1554-4643-A13E-8EDA9C6A0F6D}" dt="2025-08-29T20:43:06.214" v="6875" actId="2711"/>
          <ac:spMkLst>
            <pc:docMk/>
            <pc:sldMk cId="4197872827" sldId="330"/>
            <ac:spMk id="7" creationId="{6310C94E-9A63-E609-89AF-A89F1D10A260}"/>
          </ac:spMkLst>
        </pc:spChg>
      </pc:sldChg>
      <pc:sldChg chg="addSp delSp modSp add mod ord modClrScheme chgLayout">
        <pc:chgData name="Turja Dutta" userId="ca0421bb67767983" providerId="LiveId" clId="{FD905879-1554-4643-A13E-8EDA9C6A0F6D}" dt="2025-08-29T20:38:06.061" v="6845" actId="20577"/>
        <pc:sldMkLst>
          <pc:docMk/>
          <pc:sldMk cId="348245179" sldId="331"/>
        </pc:sldMkLst>
        <pc:spChg chg="add mod ord">
          <ac:chgData name="Turja Dutta" userId="ca0421bb67767983" providerId="LiveId" clId="{FD905879-1554-4643-A13E-8EDA9C6A0F6D}" dt="2025-08-29T20:38:06.061" v="6845" actId="20577"/>
          <ac:spMkLst>
            <pc:docMk/>
            <pc:sldMk cId="348245179" sldId="331"/>
            <ac:spMk id="3" creationId="{E25A2E25-5C22-9829-D58F-3CA1C272B863}"/>
          </ac:spMkLst>
        </pc:spChg>
        <pc:spChg chg="add mod ord">
          <ac:chgData name="Turja Dutta" userId="ca0421bb67767983" providerId="LiveId" clId="{FD905879-1554-4643-A13E-8EDA9C6A0F6D}" dt="2025-08-29T20:37:39.135" v="6823" actId="2711"/>
          <ac:spMkLst>
            <pc:docMk/>
            <pc:sldMk cId="348245179" sldId="331"/>
            <ac:spMk id="5" creationId="{2E36D760-F837-2CF5-5C99-E3436EEA13C8}"/>
          </ac:spMkLst>
        </pc:spChg>
      </pc:sldChg>
      <pc:sldChg chg="addSp modSp add mod">
        <pc:chgData name="Turja Dutta" userId="ca0421bb67767983" providerId="LiveId" clId="{FD905879-1554-4643-A13E-8EDA9C6A0F6D}" dt="2025-09-03T11:43:34.737" v="7346" actId="255"/>
        <pc:sldMkLst>
          <pc:docMk/>
          <pc:sldMk cId="3408931769" sldId="332"/>
        </pc:sldMkLst>
        <pc:spChg chg="add mod">
          <ac:chgData name="Turja Dutta" userId="ca0421bb67767983" providerId="LiveId" clId="{FD905879-1554-4643-A13E-8EDA9C6A0F6D}" dt="2025-09-03T11:43:34.737" v="7346" actId="255"/>
          <ac:spMkLst>
            <pc:docMk/>
            <pc:sldMk cId="3408931769" sldId="332"/>
            <ac:spMk id="3" creationId="{958991FD-9145-76ED-60F6-EB0947958CA2}"/>
          </ac:spMkLst>
        </pc:spChg>
        <pc:spChg chg="mod">
          <ac:chgData name="Turja Dutta" userId="ca0421bb67767983" providerId="LiveId" clId="{FD905879-1554-4643-A13E-8EDA9C6A0F6D}" dt="2025-09-03T11:43:23.554" v="7345" actId="255"/>
          <ac:spMkLst>
            <pc:docMk/>
            <pc:sldMk cId="3408931769" sldId="332"/>
            <ac:spMk id="4" creationId="{1CC01206-6E4B-6347-DC63-852BEAFE131C}"/>
          </ac:spMkLst>
        </pc:spChg>
        <pc:spChg chg="mod">
          <ac:chgData name="Turja Dutta" userId="ca0421bb67767983" providerId="LiveId" clId="{FD905879-1554-4643-A13E-8EDA9C6A0F6D}" dt="2025-08-30T15:43:47.363" v="6894" actId="20577"/>
          <ac:spMkLst>
            <pc:docMk/>
            <pc:sldMk cId="3408931769" sldId="332"/>
            <ac:spMk id="38" creationId="{91D68662-25A3-64B6-B289-A6F61A6CA0E6}"/>
          </ac:spMkLst>
        </pc:spChg>
      </pc:sldChg>
      <pc:sldChg chg="addSp delSp modSp new mod modClrScheme chgLayout">
        <pc:chgData name="Turja Dutta" userId="ca0421bb67767983" providerId="LiveId" clId="{FD905879-1554-4643-A13E-8EDA9C6A0F6D}" dt="2025-09-03T11:45:28.103" v="7355" actId="2711"/>
        <pc:sldMkLst>
          <pc:docMk/>
          <pc:sldMk cId="1121524934" sldId="333"/>
        </pc:sldMkLst>
        <pc:spChg chg="del mod ord">
          <ac:chgData name="Turja Dutta" userId="ca0421bb67767983" providerId="LiveId" clId="{FD905879-1554-4643-A13E-8EDA9C6A0F6D}" dt="2025-09-03T10:31:06.790" v="7091" actId="700"/>
          <ac:spMkLst>
            <pc:docMk/>
            <pc:sldMk cId="1121524934" sldId="333"/>
            <ac:spMk id="2" creationId="{2795BFF3-B08D-A9E9-50B5-632AB1399AAB}"/>
          </ac:spMkLst>
        </pc:spChg>
        <pc:spChg chg="del">
          <ac:chgData name="Turja Dutta" userId="ca0421bb67767983" providerId="LiveId" clId="{FD905879-1554-4643-A13E-8EDA9C6A0F6D}" dt="2025-09-03T10:31:06.790" v="7091" actId="700"/>
          <ac:spMkLst>
            <pc:docMk/>
            <pc:sldMk cId="1121524934" sldId="333"/>
            <ac:spMk id="3" creationId="{B1514F7E-02F0-3D67-7E14-6A873EB4F238}"/>
          </ac:spMkLst>
        </pc:spChg>
        <pc:spChg chg="add del mod ord">
          <ac:chgData name="Turja Dutta" userId="ca0421bb67767983" providerId="LiveId" clId="{FD905879-1554-4643-A13E-8EDA9C6A0F6D}" dt="2025-09-03T10:31:19.629" v="7092" actId="700"/>
          <ac:spMkLst>
            <pc:docMk/>
            <pc:sldMk cId="1121524934" sldId="333"/>
            <ac:spMk id="4" creationId="{3CA95979-4E67-0C56-9A88-959CB89E3E1F}"/>
          </ac:spMkLst>
        </pc:spChg>
        <pc:spChg chg="add mod ord">
          <ac:chgData name="Turja Dutta" userId="ca0421bb67767983" providerId="LiveId" clId="{FD905879-1554-4643-A13E-8EDA9C6A0F6D}" dt="2025-09-03T11:45:28.103" v="7355" actId="2711"/>
          <ac:spMkLst>
            <pc:docMk/>
            <pc:sldMk cId="1121524934" sldId="333"/>
            <ac:spMk id="5" creationId="{C87E7C1B-8A94-B5C9-7C5E-B8C69B79514A}"/>
          </ac:spMkLst>
        </pc:spChg>
      </pc:sldChg>
      <pc:sldChg chg="modSp add mod ord">
        <pc:chgData name="Turja Dutta" userId="ca0421bb67767983" providerId="LiveId" clId="{FD905879-1554-4643-A13E-8EDA9C6A0F6D}" dt="2025-09-03T10:33:09.965" v="7173" actId="20577"/>
        <pc:sldMkLst>
          <pc:docMk/>
          <pc:sldMk cId="488133039" sldId="334"/>
        </pc:sldMkLst>
        <pc:spChg chg="mod">
          <ac:chgData name="Turja Dutta" userId="ca0421bb67767983" providerId="LiveId" clId="{FD905879-1554-4643-A13E-8EDA9C6A0F6D}" dt="2025-09-03T10:33:09.965" v="7173" actId="20577"/>
          <ac:spMkLst>
            <pc:docMk/>
            <pc:sldMk cId="488133039" sldId="334"/>
            <ac:spMk id="5" creationId="{6C2B4043-8433-D706-4A35-85D2DD44EF22}"/>
          </ac:spMkLst>
        </pc:spChg>
      </pc:sldChg>
      <pc:sldChg chg="modSp add mod ord">
        <pc:chgData name="Turja Dutta" userId="ca0421bb67767983" providerId="LiveId" clId="{FD905879-1554-4643-A13E-8EDA9C6A0F6D}" dt="2025-09-03T10:32:57.001" v="7148" actId="20577"/>
        <pc:sldMkLst>
          <pc:docMk/>
          <pc:sldMk cId="118486427" sldId="335"/>
        </pc:sldMkLst>
        <pc:spChg chg="mod">
          <ac:chgData name="Turja Dutta" userId="ca0421bb67767983" providerId="LiveId" clId="{FD905879-1554-4643-A13E-8EDA9C6A0F6D}" dt="2025-09-03T10:32:57.001" v="7148" actId="20577"/>
          <ac:spMkLst>
            <pc:docMk/>
            <pc:sldMk cId="118486427" sldId="335"/>
            <ac:spMk id="5" creationId="{7F8BDC52-3D34-3230-5F12-435258FFAC79}"/>
          </ac:spMkLst>
        </pc:spChg>
      </pc:sldChg>
      <pc:sldChg chg="modSp add mod">
        <pc:chgData name="Turja Dutta" userId="ca0421bb67767983" providerId="LiveId" clId="{FD905879-1554-4643-A13E-8EDA9C6A0F6D}" dt="2025-09-03T10:32:18.731" v="7136" actId="20577"/>
        <pc:sldMkLst>
          <pc:docMk/>
          <pc:sldMk cId="1140766901" sldId="336"/>
        </pc:sldMkLst>
        <pc:spChg chg="mod">
          <ac:chgData name="Turja Dutta" userId="ca0421bb67767983" providerId="LiveId" clId="{FD905879-1554-4643-A13E-8EDA9C6A0F6D}" dt="2025-09-03T10:32:18.731" v="7136" actId="20577"/>
          <ac:spMkLst>
            <pc:docMk/>
            <pc:sldMk cId="1140766901" sldId="336"/>
            <ac:spMk id="5" creationId="{8379DF9D-AF1B-A11D-097C-1343C532997A}"/>
          </ac:spMkLst>
        </pc:spChg>
      </pc:sldChg>
      <pc:sldChg chg="addSp delSp modSp new mod modClrScheme chgLayout">
        <pc:chgData name="Turja Dutta" userId="ca0421bb67767983" providerId="LiveId" clId="{FD905879-1554-4643-A13E-8EDA9C6A0F6D}" dt="2025-09-03T10:33:38.621" v="7188" actId="20577"/>
        <pc:sldMkLst>
          <pc:docMk/>
          <pc:sldMk cId="2167243231" sldId="337"/>
        </pc:sldMkLst>
        <pc:spChg chg="add del mod">
          <ac:chgData name="Turja Dutta" userId="ca0421bb67767983" providerId="LiveId" clId="{FD905879-1554-4643-A13E-8EDA9C6A0F6D}" dt="2025-09-03T10:33:29.109" v="7176" actId="700"/>
          <ac:spMkLst>
            <pc:docMk/>
            <pc:sldMk cId="2167243231" sldId="337"/>
            <ac:spMk id="2" creationId="{8792B5E8-3A95-6B72-E386-FE398ACEAC68}"/>
          </ac:spMkLst>
        </pc:spChg>
        <pc:spChg chg="add del mod">
          <ac:chgData name="Turja Dutta" userId="ca0421bb67767983" providerId="LiveId" clId="{FD905879-1554-4643-A13E-8EDA9C6A0F6D}" dt="2025-09-03T10:33:29.109" v="7176" actId="700"/>
          <ac:spMkLst>
            <pc:docMk/>
            <pc:sldMk cId="2167243231" sldId="337"/>
            <ac:spMk id="3" creationId="{AEBAB85C-31ED-A16C-4CF5-7173607AF652}"/>
          </ac:spMkLst>
        </pc:spChg>
        <pc:spChg chg="add mod">
          <ac:chgData name="Turja Dutta" userId="ca0421bb67767983" providerId="LiveId" clId="{FD905879-1554-4643-A13E-8EDA9C6A0F6D}" dt="2025-09-03T10:33:38.621" v="7188" actId="20577"/>
          <ac:spMkLst>
            <pc:docMk/>
            <pc:sldMk cId="2167243231" sldId="337"/>
            <ac:spMk id="4" creationId="{8DABBA99-2DA6-D96D-458C-6774EC65F0A7}"/>
          </ac:spMkLst>
        </pc:spChg>
      </pc:sldChg>
      <pc:sldChg chg="addSp modSp new mod modClrScheme chgLayout">
        <pc:chgData name="Turja Dutta" userId="ca0421bb67767983" providerId="LiveId" clId="{FD905879-1554-4643-A13E-8EDA9C6A0F6D}" dt="2025-09-03T10:34:11.334" v="7207" actId="20577"/>
        <pc:sldMkLst>
          <pc:docMk/>
          <pc:sldMk cId="2752091904" sldId="338"/>
        </pc:sldMkLst>
        <pc:spChg chg="add mod">
          <ac:chgData name="Turja Dutta" userId="ca0421bb67767983" providerId="LiveId" clId="{FD905879-1554-4643-A13E-8EDA9C6A0F6D}" dt="2025-09-03T10:34:11.334" v="7207" actId="20577"/>
          <ac:spMkLst>
            <pc:docMk/>
            <pc:sldMk cId="2752091904" sldId="338"/>
            <ac:spMk id="2" creationId="{6C9DDFF2-3ED4-03A2-3066-3BDD7B288218}"/>
          </ac:spMkLst>
        </pc:spChg>
      </pc:sldChg>
      <pc:sldChg chg="modSp new mod ord">
        <pc:chgData name="Turja Dutta" userId="ca0421bb67767983" providerId="LiveId" clId="{FD905879-1554-4643-A13E-8EDA9C6A0F6D}" dt="2025-09-03T10:34:44.550" v="7235"/>
        <pc:sldMkLst>
          <pc:docMk/>
          <pc:sldMk cId="1454697094" sldId="339"/>
        </pc:sldMkLst>
        <pc:spChg chg="mod">
          <ac:chgData name="Turja Dutta" userId="ca0421bb67767983" providerId="LiveId" clId="{FD905879-1554-4643-A13E-8EDA9C6A0F6D}" dt="2025-09-03T10:34:26.516" v="7220" actId="20577"/>
          <ac:spMkLst>
            <pc:docMk/>
            <pc:sldMk cId="1454697094" sldId="339"/>
            <ac:spMk id="2" creationId="{95B158F6-4B2C-145C-9377-977469497EFA}"/>
          </ac:spMkLst>
        </pc:spChg>
      </pc:sldChg>
      <pc:sldChg chg="modSp add mod ord">
        <pc:chgData name="Turja Dutta" userId="ca0421bb67767983" providerId="LiveId" clId="{FD905879-1554-4643-A13E-8EDA9C6A0F6D}" dt="2025-09-03T10:34:42.837" v="7233"/>
        <pc:sldMkLst>
          <pc:docMk/>
          <pc:sldMk cId="486279191" sldId="340"/>
        </pc:sldMkLst>
        <pc:spChg chg="mod">
          <ac:chgData name="Turja Dutta" userId="ca0421bb67767983" providerId="LiveId" clId="{FD905879-1554-4643-A13E-8EDA9C6A0F6D}" dt="2025-09-03T10:34:40.150" v="7231" actId="20577"/>
          <ac:spMkLst>
            <pc:docMk/>
            <pc:sldMk cId="486279191" sldId="340"/>
            <ac:spMk id="2" creationId="{A3465A73-EBDA-4D96-9534-3AF805872522}"/>
          </ac:spMkLst>
        </pc:spChg>
      </pc:sldChg>
      <pc:sldChg chg="modSp add mod ord">
        <pc:chgData name="Turja Dutta" userId="ca0421bb67767983" providerId="LiveId" clId="{FD905879-1554-4643-A13E-8EDA9C6A0F6D}" dt="2025-09-03T11:36:20.956" v="7251" actId="20577"/>
        <pc:sldMkLst>
          <pc:docMk/>
          <pc:sldMk cId="2197956895" sldId="341"/>
        </pc:sldMkLst>
        <pc:spChg chg="mod">
          <ac:chgData name="Turja Dutta" userId="ca0421bb67767983" providerId="LiveId" clId="{FD905879-1554-4643-A13E-8EDA9C6A0F6D}" dt="2025-09-03T11:36:20.956" v="7251" actId="20577"/>
          <ac:spMkLst>
            <pc:docMk/>
            <pc:sldMk cId="2197956895" sldId="341"/>
            <ac:spMk id="2" creationId="{064B8756-63A4-8668-822D-B5D72291AC97}"/>
          </ac:spMkLst>
        </pc:spChg>
      </pc:sldChg>
      <pc:sldChg chg="modSp add mod ord">
        <pc:chgData name="Turja Dutta" userId="ca0421bb67767983" providerId="LiveId" clId="{FD905879-1554-4643-A13E-8EDA9C6A0F6D}" dt="2025-09-03T11:36:33.333" v="7259" actId="20577"/>
        <pc:sldMkLst>
          <pc:docMk/>
          <pc:sldMk cId="4172195616" sldId="342"/>
        </pc:sldMkLst>
        <pc:spChg chg="mod">
          <ac:chgData name="Turja Dutta" userId="ca0421bb67767983" providerId="LiveId" clId="{FD905879-1554-4643-A13E-8EDA9C6A0F6D}" dt="2025-09-03T11:36:33.333" v="7259" actId="20577"/>
          <ac:spMkLst>
            <pc:docMk/>
            <pc:sldMk cId="4172195616" sldId="342"/>
            <ac:spMk id="2" creationId="{453CDE19-672B-A042-ACCC-90AC4628B38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4" name="Google Shape;13294;gbfa63c2aac_0_1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5" name="Google Shape;13295;gbfa63c2aac_0_1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0" y="1714400"/>
            <a:ext cx="12192000" cy="342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Nixie One" panose="02000503080000020004"/>
              <a:ea typeface="Nixie One" panose="02000503080000020004"/>
              <a:cs typeface="Nixie One" panose="02000503080000020004"/>
              <a:sym typeface="Nixie One" panose="02000503080000020004"/>
            </a:endParaRPr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1"/>
          </p:nvPr>
        </p:nvSpPr>
        <p:spPr>
          <a:xfrm>
            <a:off x="1269933" y="5269367"/>
            <a:ext cx="9652000" cy="7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endParaRPr/>
          </a:p>
        </p:txBody>
      </p:sp>
      <p:cxnSp>
        <p:nvCxnSpPr>
          <p:cNvPr id="110" name="Google Shape;110;p20"/>
          <p:cNvCxnSpPr/>
          <p:nvPr/>
        </p:nvCxnSpPr>
        <p:spPr>
          <a:xfrm>
            <a:off x="942633" y="712333"/>
            <a:ext cx="10300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4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2">
    <p:spTree>
      <p:nvGrpSpPr>
        <p:cNvPr id="1" name="Shape 5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" name="Google Shape;5601;p24"/>
          <p:cNvSpPr txBox="1">
            <a:spLocks noGrp="1"/>
          </p:cNvSpPr>
          <p:nvPr>
            <p:ph type="subTitle" idx="1"/>
          </p:nvPr>
        </p:nvSpPr>
        <p:spPr>
          <a:xfrm>
            <a:off x="1915300" y="4576280"/>
            <a:ext cx="31028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400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2pPr>
            <a:lvl3pPr lvl="2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3pPr>
            <a:lvl4pPr lvl="3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4pPr>
            <a:lvl5pPr lvl="4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5pPr>
            <a:lvl6pPr lvl="5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6pPr>
            <a:lvl7pPr lvl="6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7pPr>
            <a:lvl8pPr lvl="7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8pPr>
            <a:lvl9pPr lvl="8" algn="ctr" rtl="0">
              <a:spcBef>
                <a:spcPct val="427000"/>
              </a:spcBef>
              <a:spcAft>
                <a:spcPts val="160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9pPr>
          </a:lstStyle>
          <a:p>
            <a:endParaRPr/>
          </a:p>
        </p:txBody>
      </p:sp>
      <p:sp>
        <p:nvSpPr>
          <p:cNvPr id="5602" name="Google Shape;5602;p24"/>
          <p:cNvSpPr txBox="1">
            <a:spLocks noGrp="1"/>
          </p:cNvSpPr>
          <p:nvPr>
            <p:ph type="subTitle" idx="2"/>
          </p:nvPr>
        </p:nvSpPr>
        <p:spPr>
          <a:xfrm>
            <a:off x="1915300" y="5053359"/>
            <a:ext cx="3102800" cy="7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2pPr>
            <a:lvl3pPr lvl="2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3pPr>
            <a:lvl4pPr lvl="3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4pPr>
            <a:lvl5pPr lvl="4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5pPr>
            <a:lvl6pPr lvl="5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6pPr>
            <a:lvl7pPr lvl="6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7pPr>
            <a:lvl8pPr lvl="7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8pPr>
            <a:lvl9pPr lvl="8" algn="ctr" rtl="0">
              <a:spcBef>
                <a:spcPct val="427000"/>
              </a:spcBef>
              <a:spcAft>
                <a:spcPts val="160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9pPr>
          </a:lstStyle>
          <a:p>
            <a:endParaRPr/>
          </a:p>
        </p:txBody>
      </p:sp>
      <p:sp>
        <p:nvSpPr>
          <p:cNvPr id="5603" name="Google Shape;5603;p24"/>
          <p:cNvSpPr txBox="1">
            <a:spLocks noGrp="1"/>
          </p:cNvSpPr>
          <p:nvPr>
            <p:ph type="subTitle" idx="3"/>
          </p:nvPr>
        </p:nvSpPr>
        <p:spPr>
          <a:xfrm>
            <a:off x="7173900" y="4576280"/>
            <a:ext cx="31028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400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2pPr>
            <a:lvl3pPr lvl="2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3pPr>
            <a:lvl4pPr lvl="3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4pPr>
            <a:lvl5pPr lvl="4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5pPr>
            <a:lvl6pPr lvl="5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6pPr>
            <a:lvl7pPr lvl="6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7pPr>
            <a:lvl8pPr lvl="7" algn="ctr" rtl="0">
              <a:spcBef>
                <a:spcPct val="427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8pPr>
            <a:lvl9pPr lvl="8" algn="ctr" rtl="0">
              <a:spcBef>
                <a:spcPct val="427000"/>
              </a:spcBef>
              <a:spcAft>
                <a:spcPts val="1600"/>
              </a:spcAft>
              <a:buClr>
                <a:schemeClr val="accent1"/>
              </a:buClr>
              <a:buSzPts val="1600"/>
              <a:buFont typeface="Poppins SemiBold" panose="00000700000000000000"/>
              <a:buNone/>
              <a:defRPr sz="2135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9pPr>
          </a:lstStyle>
          <a:p>
            <a:endParaRPr/>
          </a:p>
        </p:txBody>
      </p:sp>
      <p:sp>
        <p:nvSpPr>
          <p:cNvPr id="5604" name="Google Shape;5604;p24"/>
          <p:cNvSpPr txBox="1">
            <a:spLocks noGrp="1"/>
          </p:cNvSpPr>
          <p:nvPr>
            <p:ph type="subTitle" idx="4"/>
          </p:nvPr>
        </p:nvSpPr>
        <p:spPr>
          <a:xfrm>
            <a:off x="7173900" y="5053359"/>
            <a:ext cx="3102800" cy="7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2pPr>
            <a:lvl3pPr lvl="2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3pPr>
            <a:lvl4pPr lvl="3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4pPr>
            <a:lvl5pPr lvl="4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5pPr>
            <a:lvl6pPr lvl="5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6pPr>
            <a:lvl7pPr lvl="6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7pPr>
            <a:lvl8pPr lvl="7" algn="ctr" rtl="0">
              <a:spcBef>
                <a:spcPct val="427000"/>
              </a:spcBef>
              <a:spcAft>
                <a:spcPts val="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8pPr>
            <a:lvl9pPr lvl="8" algn="ctr" rtl="0">
              <a:spcBef>
                <a:spcPct val="427000"/>
              </a:spcBef>
              <a:spcAft>
                <a:spcPts val="1600"/>
              </a:spcAft>
              <a:buSzPts val="1400"/>
              <a:buFont typeface="Poppins Light" panose="000004000000000000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9pPr>
          </a:lstStyle>
          <a:p>
            <a:endParaRPr/>
          </a:p>
        </p:txBody>
      </p:sp>
      <p:grpSp>
        <p:nvGrpSpPr>
          <p:cNvPr id="5605" name="Google Shape;5605;p24"/>
          <p:cNvGrpSpPr/>
          <p:nvPr/>
        </p:nvGrpSpPr>
        <p:grpSpPr>
          <a:xfrm>
            <a:off x="550632" y="900956"/>
            <a:ext cx="466624" cy="2736757"/>
            <a:chOff x="1037125" y="2236325"/>
            <a:chExt cx="149100" cy="874475"/>
          </a:xfrm>
        </p:grpSpPr>
        <p:sp>
          <p:nvSpPr>
            <p:cNvPr id="5606" name="Google Shape;5606;p24"/>
            <p:cNvSpPr/>
            <p:nvPr/>
          </p:nvSpPr>
          <p:spPr>
            <a:xfrm>
              <a:off x="1171575" y="24714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1" y="503"/>
                    <a:pt x="335" y="503"/>
                  </a:cubicBezTo>
                  <a:cubicBezTo>
                    <a:pt x="473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7" name="Google Shape;5607;p24"/>
            <p:cNvSpPr/>
            <p:nvPr/>
          </p:nvSpPr>
          <p:spPr>
            <a:xfrm>
              <a:off x="1171575" y="2549750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5"/>
                  </a:cubicBezTo>
                  <a:cubicBezTo>
                    <a:pt x="0" y="233"/>
                    <a:pt x="113" y="502"/>
                    <a:pt x="335" y="502"/>
                  </a:cubicBezTo>
                  <a:cubicBezTo>
                    <a:pt x="473" y="502"/>
                    <a:pt x="586" y="390"/>
                    <a:pt x="586" y="252"/>
                  </a:cubicBezTo>
                  <a:cubicBezTo>
                    <a:pt x="586" y="101"/>
                    <a:pt x="462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8" name="Google Shape;5608;p24"/>
            <p:cNvSpPr/>
            <p:nvPr/>
          </p:nvSpPr>
          <p:spPr>
            <a:xfrm>
              <a:off x="1171575" y="26281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9" name="Google Shape;5609;p24"/>
            <p:cNvSpPr/>
            <p:nvPr/>
          </p:nvSpPr>
          <p:spPr>
            <a:xfrm>
              <a:off x="1171575" y="2706475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1"/>
                    <a:pt x="335" y="501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0" name="Google Shape;5610;p24"/>
            <p:cNvSpPr/>
            <p:nvPr/>
          </p:nvSpPr>
          <p:spPr>
            <a:xfrm>
              <a:off x="1171575" y="27848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4"/>
                    <a:pt x="158" y="75"/>
                  </a:cubicBezTo>
                  <a:cubicBezTo>
                    <a:pt x="0" y="232"/>
                    <a:pt x="111" y="504"/>
                    <a:pt x="335" y="504"/>
                  </a:cubicBezTo>
                  <a:cubicBezTo>
                    <a:pt x="473" y="504"/>
                    <a:pt x="586" y="390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1" name="Google Shape;5611;p24"/>
            <p:cNvSpPr/>
            <p:nvPr/>
          </p:nvSpPr>
          <p:spPr>
            <a:xfrm>
              <a:off x="1104350" y="24714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2" name="Google Shape;5612;p24"/>
            <p:cNvSpPr/>
            <p:nvPr/>
          </p:nvSpPr>
          <p:spPr>
            <a:xfrm>
              <a:off x="1104350" y="2549750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5"/>
                  </a:cubicBezTo>
                  <a:cubicBezTo>
                    <a:pt x="0" y="233"/>
                    <a:pt x="112" y="502"/>
                    <a:pt x="335" y="502"/>
                  </a:cubicBezTo>
                  <a:cubicBezTo>
                    <a:pt x="475" y="502"/>
                    <a:pt x="587" y="390"/>
                    <a:pt x="587" y="252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3" name="Google Shape;5613;p24"/>
            <p:cNvSpPr/>
            <p:nvPr/>
          </p:nvSpPr>
          <p:spPr>
            <a:xfrm>
              <a:off x="1104350" y="26281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4" name="Google Shape;5614;p24"/>
            <p:cNvSpPr/>
            <p:nvPr/>
          </p:nvSpPr>
          <p:spPr>
            <a:xfrm>
              <a:off x="1104350" y="2706475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1"/>
                    <a:pt x="335" y="501"/>
                  </a:cubicBezTo>
                  <a:cubicBezTo>
                    <a:pt x="475" y="501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5" name="Google Shape;5615;p24"/>
            <p:cNvSpPr/>
            <p:nvPr/>
          </p:nvSpPr>
          <p:spPr>
            <a:xfrm>
              <a:off x="1104350" y="27848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5"/>
                  </a:cubicBezTo>
                  <a:cubicBezTo>
                    <a:pt x="0" y="232"/>
                    <a:pt x="112" y="504"/>
                    <a:pt x="335" y="504"/>
                  </a:cubicBezTo>
                  <a:cubicBezTo>
                    <a:pt x="475" y="504"/>
                    <a:pt x="587" y="390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6" name="Google Shape;5616;p24"/>
            <p:cNvSpPr/>
            <p:nvPr/>
          </p:nvSpPr>
          <p:spPr>
            <a:xfrm>
              <a:off x="1037125" y="24714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3" y="0"/>
                    <a:pt x="210" y="23"/>
                    <a:pt x="159" y="74"/>
                  </a:cubicBezTo>
                  <a:cubicBezTo>
                    <a:pt x="0" y="232"/>
                    <a:pt x="112" y="503"/>
                    <a:pt x="337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7" name="Google Shape;5617;p24"/>
            <p:cNvSpPr/>
            <p:nvPr/>
          </p:nvSpPr>
          <p:spPr>
            <a:xfrm>
              <a:off x="1037125" y="2549750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5" y="0"/>
                  </a:moveTo>
                  <a:cubicBezTo>
                    <a:pt x="273" y="0"/>
                    <a:pt x="210" y="23"/>
                    <a:pt x="159" y="75"/>
                  </a:cubicBezTo>
                  <a:cubicBezTo>
                    <a:pt x="0" y="233"/>
                    <a:pt x="112" y="502"/>
                    <a:pt x="337" y="502"/>
                  </a:cubicBezTo>
                  <a:cubicBezTo>
                    <a:pt x="475" y="502"/>
                    <a:pt x="587" y="390"/>
                    <a:pt x="587" y="252"/>
                  </a:cubicBezTo>
                  <a:cubicBezTo>
                    <a:pt x="587" y="101"/>
                    <a:pt x="464" y="0"/>
                    <a:pt x="3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8" name="Google Shape;5618;p24"/>
            <p:cNvSpPr/>
            <p:nvPr/>
          </p:nvSpPr>
          <p:spPr>
            <a:xfrm>
              <a:off x="1037150" y="26281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9" name="Google Shape;5619;p24"/>
            <p:cNvSpPr/>
            <p:nvPr/>
          </p:nvSpPr>
          <p:spPr>
            <a:xfrm>
              <a:off x="1037150" y="2706475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1"/>
                    <a:pt x="336" y="501"/>
                  </a:cubicBezTo>
                  <a:cubicBezTo>
                    <a:pt x="474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0" name="Google Shape;5620;p24"/>
            <p:cNvSpPr/>
            <p:nvPr/>
          </p:nvSpPr>
          <p:spPr>
            <a:xfrm>
              <a:off x="1171575" y="22363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1" name="Google Shape;5621;p24"/>
            <p:cNvSpPr/>
            <p:nvPr/>
          </p:nvSpPr>
          <p:spPr>
            <a:xfrm>
              <a:off x="1171575" y="231470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2"/>
                    <a:pt x="335" y="502"/>
                  </a:cubicBezTo>
                  <a:cubicBezTo>
                    <a:pt x="473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2" name="Google Shape;5622;p24"/>
            <p:cNvSpPr/>
            <p:nvPr/>
          </p:nvSpPr>
          <p:spPr>
            <a:xfrm>
              <a:off x="1171575" y="23930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1" y="1"/>
                    <a:pt x="209" y="23"/>
                    <a:pt x="158" y="74"/>
                  </a:cubicBezTo>
                  <a:cubicBezTo>
                    <a:pt x="0" y="233"/>
                    <a:pt x="111" y="503"/>
                    <a:pt x="335" y="503"/>
                  </a:cubicBezTo>
                  <a:cubicBezTo>
                    <a:pt x="473" y="503"/>
                    <a:pt x="586" y="391"/>
                    <a:pt x="586" y="253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3" name="Google Shape;5623;p24"/>
            <p:cNvSpPr/>
            <p:nvPr/>
          </p:nvSpPr>
          <p:spPr>
            <a:xfrm>
              <a:off x="1104350" y="22363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4" name="Google Shape;5624;p24"/>
            <p:cNvSpPr/>
            <p:nvPr/>
          </p:nvSpPr>
          <p:spPr>
            <a:xfrm>
              <a:off x="1104350" y="2314700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2"/>
                    <a:pt x="335" y="502"/>
                  </a:cubicBezTo>
                  <a:cubicBezTo>
                    <a:pt x="475" y="502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5" name="Google Shape;5625;p24"/>
            <p:cNvSpPr/>
            <p:nvPr/>
          </p:nvSpPr>
          <p:spPr>
            <a:xfrm>
              <a:off x="1104350" y="23930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3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6" name="Google Shape;5626;p24"/>
            <p:cNvSpPr/>
            <p:nvPr/>
          </p:nvSpPr>
          <p:spPr>
            <a:xfrm>
              <a:off x="1037150" y="22363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7" name="Google Shape;5627;p24"/>
            <p:cNvSpPr/>
            <p:nvPr/>
          </p:nvSpPr>
          <p:spPr>
            <a:xfrm>
              <a:off x="1037150" y="231470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2"/>
                    <a:pt x="336" y="502"/>
                  </a:cubicBezTo>
                  <a:cubicBezTo>
                    <a:pt x="474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8" name="Google Shape;5628;p24"/>
            <p:cNvSpPr/>
            <p:nvPr/>
          </p:nvSpPr>
          <p:spPr>
            <a:xfrm>
              <a:off x="1037125" y="23930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3" y="1"/>
                    <a:pt x="210" y="23"/>
                    <a:pt x="159" y="74"/>
                  </a:cubicBezTo>
                  <a:cubicBezTo>
                    <a:pt x="0" y="233"/>
                    <a:pt x="112" y="503"/>
                    <a:pt x="337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9" name="Google Shape;5629;p24"/>
            <p:cNvSpPr/>
            <p:nvPr/>
          </p:nvSpPr>
          <p:spPr>
            <a:xfrm>
              <a:off x="1037125" y="27848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3" y="1"/>
                    <a:pt x="210" y="24"/>
                    <a:pt x="159" y="75"/>
                  </a:cubicBezTo>
                  <a:cubicBezTo>
                    <a:pt x="0" y="232"/>
                    <a:pt x="112" y="504"/>
                    <a:pt x="337" y="504"/>
                  </a:cubicBezTo>
                  <a:cubicBezTo>
                    <a:pt x="475" y="504"/>
                    <a:pt x="587" y="390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0" name="Google Shape;5630;p24"/>
            <p:cNvSpPr/>
            <p:nvPr/>
          </p:nvSpPr>
          <p:spPr>
            <a:xfrm>
              <a:off x="1171575" y="28631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1" y="503"/>
                    <a:pt x="335" y="503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1" name="Google Shape;5631;p24"/>
            <p:cNvSpPr/>
            <p:nvPr/>
          </p:nvSpPr>
          <p:spPr>
            <a:xfrm>
              <a:off x="1171575" y="29415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6"/>
                  </a:cubicBezTo>
                  <a:cubicBezTo>
                    <a:pt x="0" y="233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3"/>
                  </a:cubicBezTo>
                  <a:cubicBezTo>
                    <a:pt x="586" y="101"/>
                    <a:pt x="462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2" name="Google Shape;5632;p24"/>
            <p:cNvSpPr/>
            <p:nvPr/>
          </p:nvSpPr>
          <p:spPr>
            <a:xfrm>
              <a:off x="1171575" y="30198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3" name="Google Shape;5633;p24"/>
            <p:cNvSpPr/>
            <p:nvPr/>
          </p:nvSpPr>
          <p:spPr>
            <a:xfrm>
              <a:off x="1171575" y="309825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1"/>
                    <a:pt x="113" y="501"/>
                    <a:pt x="335" y="501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4" name="Google Shape;5634;p24"/>
            <p:cNvSpPr/>
            <p:nvPr/>
          </p:nvSpPr>
          <p:spPr>
            <a:xfrm>
              <a:off x="1104350" y="28631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5" name="Google Shape;5635;p24"/>
            <p:cNvSpPr/>
            <p:nvPr/>
          </p:nvSpPr>
          <p:spPr>
            <a:xfrm>
              <a:off x="1104350" y="29415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6"/>
                  </a:cubicBezTo>
                  <a:cubicBezTo>
                    <a:pt x="0" y="233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6" name="Google Shape;5636;p24"/>
            <p:cNvSpPr/>
            <p:nvPr/>
          </p:nvSpPr>
          <p:spPr>
            <a:xfrm>
              <a:off x="1104350" y="30198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7" name="Google Shape;5637;p24"/>
            <p:cNvSpPr/>
            <p:nvPr/>
          </p:nvSpPr>
          <p:spPr>
            <a:xfrm>
              <a:off x="1104350" y="3098250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1"/>
                    <a:pt x="112" y="501"/>
                    <a:pt x="335" y="501"/>
                  </a:cubicBezTo>
                  <a:cubicBezTo>
                    <a:pt x="475" y="501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8" name="Google Shape;5638;p24"/>
            <p:cNvSpPr/>
            <p:nvPr/>
          </p:nvSpPr>
          <p:spPr>
            <a:xfrm>
              <a:off x="1037125" y="28631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3" y="0"/>
                    <a:pt x="210" y="23"/>
                    <a:pt x="159" y="74"/>
                  </a:cubicBezTo>
                  <a:cubicBezTo>
                    <a:pt x="0" y="232"/>
                    <a:pt x="112" y="503"/>
                    <a:pt x="337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9" name="Google Shape;5639;p24"/>
            <p:cNvSpPr/>
            <p:nvPr/>
          </p:nvSpPr>
          <p:spPr>
            <a:xfrm>
              <a:off x="1037125" y="29415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5" y="1"/>
                  </a:moveTo>
                  <a:cubicBezTo>
                    <a:pt x="273" y="1"/>
                    <a:pt x="210" y="24"/>
                    <a:pt x="159" y="76"/>
                  </a:cubicBezTo>
                  <a:cubicBezTo>
                    <a:pt x="0" y="233"/>
                    <a:pt x="112" y="503"/>
                    <a:pt x="337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4" y="1"/>
                    <a:pt x="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0" name="Google Shape;5640;p24"/>
            <p:cNvSpPr/>
            <p:nvPr/>
          </p:nvSpPr>
          <p:spPr>
            <a:xfrm>
              <a:off x="1037150" y="30198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1" name="Google Shape;5641;p24"/>
            <p:cNvSpPr/>
            <p:nvPr/>
          </p:nvSpPr>
          <p:spPr>
            <a:xfrm>
              <a:off x="1037150" y="309825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1"/>
                    <a:pt x="113" y="501"/>
                    <a:pt x="336" y="501"/>
                  </a:cubicBezTo>
                  <a:cubicBezTo>
                    <a:pt x="474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42" name="Google Shape;5642;p24"/>
          <p:cNvSpPr/>
          <p:nvPr/>
        </p:nvSpPr>
        <p:spPr>
          <a:xfrm>
            <a:off x="-326233" y="5284885"/>
            <a:ext cx="1194441" cy="1034372"/>
          </a:xfrm>
          <a:custGeom>
            <a:avLst/>
            <a:gdLst/>
            <a:ahLst/>
            <a:cxnLst/>
            <a:rect l="l" t="t" r="r" b="b"/>
            <a:pathLst>
              <a:path w="21416" h="18546" extrusionOk="0">
                <a:moveTo>
                  <a:pt x="15940" y="210"/>
                </a:moveTo>
                <a:lnTo>
                  <a:pt x="21173" y="9273"/>
                </a:lnTo>
                <a:lnTo>
                  <a:pt x="15940" y="18336"/>
                </a:lnTo>
                <a:lnTo>
                  <a:pt x="5475" y="18336"/>
                </a:lnTo>
                <a:lnTo>
                  <a:pt x="242" y="9273"/>
                </a:lnTo>
                <a:lnTo>
                  <a:pt x="5475" y="210"/>
                </a:lnTo>
                <a:close/>
                <a:moveTo>
                  <a:pt x="5355" y="0"/>
                </a:moveTo>
                <a:lnTo>
                  <a:pt x="1" y="9273"/>
                </a:lnTo>
                <a:lnTo>
                  <a:pt x="5325" y="18494"/>
                </a:lnTo>
                <a:lnTo>
                  <a:pt x="5355" y="18545"/>
                </a:lnTo>
                <a:lnTo>
                  <a:pt x="16061" y="18545"/>
                </a:lnTo>
                <a:lnTo>
                  <a:pt x="21415" y="9273"/>
                </a:lnTo>
                <a:lnTo>
                  <a:pt x="16092" y="53"/>
                </a:lnTo>
                <a:lnTo>
                  <a:pt x="1606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43" name="Google Shape;5643;p24"/>
          <p:cNvSpPr/>
          <p:nvPr/>
        </p:nvSpPr>
        <p:spPr>
          <a:xfrm>
            <a:off x="86296" y="3792488"/>
            <a:ext cx="369387" cy="336648"/>
          </a:xfrm>
          <a:custGeom>
            <a:avLst/>
            <a:gdLst/>
            <a:ahLst/>
            <a:cxnLst/>
            <a:rect l="l" t="t" r="r" b="b"/>
            <a:pathLst>
              <a:path w="6623" h="6036" extrusionOk="0">
                <a:moveTo>
                  <a:pt x="3311" y="1"/>
                </a:moveTo>
                <a:cubicBezTo>
                  <a:pt x="2539" y="1"/>
                  <a:pt x="1767" y="295"/>
                  <a:pt x="1178" y="884"/>
                </a:cubicBezTo>
                <a:cubicBezTo>
                  <a:pt x="0" y="2064"/>
                  <a:pt x="0" y="3974"/>
                  <a:pt x="1178" y="5151"/>
                </a:cubicBezTo>
                <a:cubicBezTo>
                  <a:pt x="1767" y="5741"/>
                  <a:pt x="2539" y="6036"/>
                  <a:pt x="3311" y="6036"/>
                </a:cubicBezTo>
                <a:cubicBezTo>
                  <a:pt x="4084" y="6036"/>
                  <a:pt x="4856" y="5741"/>
                  <a:pt x="5445" y="5151"/>
                </a:cubicBezTo>
                <a:cubicBezTo>
                  <a:pt x="6623" y="3974"/>
                  <a:pt x="6623" y="2064"/>
                  <a:pt x="5445" y="884"/>
                </a:cubicBezTo>
                <a:cubicBezTo>
                  <a:pt x="4856" y="295"/>
                  <a:pt x="4084" y="1"/>
                  <a:pt x="3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44" name="Google Shape;5644;p24"/>
          <p:cNvSpPr/>
          <p:nvPr/>
        </p:nvSpPr>
        <p:spPr>
          <a:xfrm rot="-5400000">
            <a:off x="11250456" y="5116153"/>
            <a:ext cx="593655" cy="514161"/>
          </a:xfrm>
          <a:custGeom>
            <a:avLst/>
            <a:gdLst/>
            <a:ahLst/>
            <a:cxnLst/>
            <a:rect l="l" t="t" r="r" b="b"/>
            <a:pathLst>
              <a:path w="10037" h="8693" extrusionOk="0">
                <a:moveTo>
                  <a:pt x="2509" y="1"/>
                </a:moveTo>
                <a:lnTo>
                  <a:pt x="0" y="4347"/>
                </a:lnTo>
                <a:lnTo>
                  <a:pt x="2509" y="8693"/>
                </a:lnTo>
                <a:lnTo>
                  <a:pt x="7526" y="8693"/>
                </a:lnTo>
                <a:lnTo>
                  <a:pt x="10037" y="4347"/>
                </a:lnTo>
                <a:lnTo>
                  <a:pt x="752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45" name="Google Shape;5645;p24"/>
          <p:cNvSpPr/>
          <p:nvPr/>
        </p:nvSpPr>
        <p:spPr>
          <a:xfrm rot="-5400000">
            <a:off x="11009400" y="4287484"/>
            <a:ext cx="1663915" cy="1458971"/>
          </a:xfrm>
          <a:custGeom>
            <a:avLst/>
            <a:gdLst/>
            <a:ahLst/>
            <a:cxnLst/>
            <a:rect l="l" t="t" r="r" b="b"/>
            <a:pathLst>
              <a:path w="28132" h="24667" extrusionOk="0">
                <a:moveTo>
                  <a:pt x="14066" y="424"/>
                </a:moveTo>
                <a:lnTo>
                  <a:pt x="27770" y="24457"/>
                </a:lnTo>
                <a:lnTo>
                  <a:pt x="359" y="24457"/>
                </a:lnTo>
                <a:lnTo>
                  <a:pt x="14066" y="424"/>
                </a:lnTo>
                <a:close/>
                <a:moveTo>
                  <a:pt x="14066" y="1"/>
                </a:moveTo>
                <a:lnTo>
                  <a:pt x="88" y="24511"/>
                </a:lnTo>
                <a:lnTo>
                  <a:pt x="0" y="24667"/>
                </a:lnTo>
                <a:lnTo>
                  <a:pt x="28131" y="24667"/>
                </a:lnTo>
                <a:lnTo>
                  <a:pt x="1406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46" name="Google Shape;5646;p24"/>
          <p:cNvGrpSpPr/>
          <p:nvPr/>
        </p:nvGrpSpPr>
        <p:grpSpPr>
          <a:xfrm>
            <a:off x="11400273" y="584597"/>
            <a:ext cx="1515947" cy="1486991"/>
            <a:chOff x="5930025" y="3771375"/>
            <a:chExt cx="668800" cy="656025"/>
          </a:xfrm>
        </p:grpSpPr>
        <p:sp>
          <p:nvSpPr>
            <p:cNvPr id="5647" name="Google Shape;5647;p24"/>
            <p:cNvSpPr/>
            <p:nvPr/>
          </p:nvSpPr>
          <p:spPr>
            <a:xfrm>
              <a:off x="6046675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8" name="Google Shape;5648;p24"/>
            <p:cNvSpPr/>
            <p:nvPr/>
          </p:nvSpPr>
          <p:spPr>
            <a:xfrm>
              <a:off x="6067350" y="433170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7"/>
                    <a:pt x="339" y="625"/>
                    <a:pt x="415" y="625"/>
                  </a:cubicBezTo>
                  <a:cubicBezTo>
                    <a:pt x="575" y="625"/>
                    <a:pt x="730" y="501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9" name="Google Shape;5649;p24"/>
            <p:cNvSpPr/>
            <p:nvPr/>
          </p:nvSpPr>
          <p:spPr>
            <a:xfrm>
              <a:off x="6093325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0" name="Google Shape;5650;p24"/>
            <p:cNvSpPr/>
            <p:nvPr/>
          </p:nvSpPr>
          <p:spPr>
            <a:xfrm>
              <a:off x="611665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1" name="Google Shape;5651;p24"/>
            <p:cNvSpPr/>
            <p:nvPr/>
          </p:nvSpPr>
          <p:spPr>
            <a:xfrm>
              <a:off x="6139975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2" name="Google Shape;5652;p24"/>
            <p:cNvSpPr/>
            <p:nvPr/>
          </p:nvSpPr>
          <p:spPr>
            <a:xfrm>
              <a:off x="6160650" y="43317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3" name="Google Shape;5653;p24"/>
            <p:cNvSpPr/>
            <p:nvPr/>
          </p:nvSpPr>
          <p:spPr>
            <a:xfrm>
              <a:off x="6186625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4" name="Google Shape;5654;p24"/>
            <p:cNvSpPr/>
            <p:nvPr/>
          </p:nvSpPr>
          <p:spPr>
            <a:xfrm>
              <a:off x="620995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5" name="Google Shape;5655;p24"/>
            <p:cNvSpPr/>
            <p:nvPr/>
          </p:nvSpPr>
          <p:spPr>
            <a:xfrm>
              <a:off x="6233275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6" name="Google Shape;5656;p24"/>
            <p:cNvSpPr/>
            <p:nvPr/>
          </p:nvSpPr>
          <p:spPr>
            <a:xfrm>
              <a:off x="625660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7" name="Google Shape;5657;p24"/>
            <p:cNvSpPr/>
            <p:nvPr/>
          </p:nvSpPr>
          <p:spPr>
            <a:xfrm>
              <a:off x="627995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8" name="Google Shape;5658;p24"/>
            <p:cNvSpPr/>
            <p:nvPr/>
          </p:nvSpPr>
          <p:spPr>
            <a:xfrm>
              <a:off x="630325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9" name="Google Shape;5659;p24"/>
            <p:cNvSpPr/>
            <p:nvPr/>
          </p:nvSpPr>
          <p:spPr>
            <a:xfrm>
              <a:off x="6323950" y="433170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0" name="Google Shape;5660;p24"/>
            <p:cNvSpPr/>
            <p:nvPr/>
          </p:nvSpPr>
          <p:spPr>
            <a:xfrm>
              <a:off x="634990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1" name="Google Shape;5661;p24"/>
            <p:cNvSpPr/>
            <p:nvPr/>
          </p:nvSpPr>
          <p:spPr>
            <a:xfrm>
              <a:off x="637325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2" name="Google Shape;5662;p24"/>
            <p:cNvSpPr/>
            <p:nvPr/>
          </p:nvSpPr>
          <p:spPr>
            <a:xfrm>
              <a:off x="6396600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3" name="Google Shape;5663;p24"/>
            <p:cNvSpPr/>
            <p:nvPr/>
          </p:nvSpPr>
          <p:spPr>
            <a:xfrm>
              <a:off x="641990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4" name="Google Shape;5664;p24"/>
            <p:cNvSpPr/>
            <p:nvPr/>
          </p:nvSpPr>
          <p:spPr>
            <a:xfrm>
              <a:off x="6443250" y="43317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5" name="Google Shape;5665;p24"/>
            <p:cNvSpPr/>
            <p:nvPr/>
          </p:nvSpPr>
          <p:spPr>
            <a:xfrm>
              <a:off x="6466550" y="43317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6" name="Google Shape;5666;p24"/>
            <p:cNvSpPr/>
            <p:nvPr/>
          </p:nvSpPr>
          <p:spPr>
            <a:xfrm>
              <a:off x="6023325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7" name="Google Shape;5667;p24"/>
            <p:cNvSpPr/>
            <p:nvPr/>
          </p:nvSpPr>
          <p:spPr>
            <a:xfrm>
              <a:off x="6046675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3"/>
                  </a:cubicBezTo>
                  <a:cubicBezTo>
                    <a:pt x="0" y="485"/>
                    <a:pt x="139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8" name="Google Shape;5668;p24"/>
            <p:cNvSpPr/>
            <p:nvPr/>
          </p:nvSpPr>
          <p:spPr>
            <a:xfrm>
              <a:off x="6067350" y="431170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5"/>
                    <a:pt x="415" y="625"/>
                  </a:cubicBezTo>
                  <a:cubicBezTo>
                    <a:pt x="575" y="625"/>
                    <a:pt x="730" y="500"/>
                    <a:pt x="730" y="313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9" name="Google Shape;5669;p24"/>
            <p:cNvSpPr/>
            <p:nvPr/>
          </p:nvSpPr>
          <p:spPr>
            <a:xfrm>
              <a:off x="6093325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0" name="Google Shape;5670;p24"/>
            <p:cNvSpPr/>
            <p:nvPr/>
          </p:nvSpPr>
          <p:spPr>
            <a:xfrm>
              <a:off x="611665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1" name="Google Shape;5671;p24"/>
            <p:cNvSpPr/>
            <p:nvPr/>
          </p:nvSpPr>
          <p:spPr>
            <a:xfrm>
              <a:off x="6139975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2" name="Google Shape;5672;p24"/>
            <p:cNvSpPr/>
            <p:nvPr/>
          </p:nvSpPr>
          <p:spPr>
            <a:xfrm>
              <a:off x="6160650" y="43117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3" name="Google Shape;5673;p24"/>
            <p:cNvSpPr/>
            <p:nvPr/>
          </p:nvSpPr>
          <p:spPr>
            <a:xfrm>
              <a:off x="6186625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4" name="Google Shape;5674;p24"/>
            <p:cNvSpPr/>
            <p:nvPr/>
          </p:nvSpPr>
          <p:spPr>
            <a:xfrm>
              <a:off x="6067350" y="435172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6" y="625"/>
                    <a:pt x="730" y="501"/>
                    <a:pt x="730" y="312"/>
                  </a:cubicBezTo>
                  <a:cubicBezTo>
                    <a:pt x="730" y="139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5" name="Google Shape;5675;p24"/>
            <p:cNvSpPr/>
            <p:nvPr/>
          </p:nvSpPr>
          <p:spPr>
            <a:xfrm>
              <a:off x="6093325" y="435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39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6" name="Google Shape;5676;p24"/>
            <p:cNvSpPr/>
            <p:nvPr/>
          </p:nvSpPr>
          <p:spPr>
            <a:xfrm>
              <a:off x="611665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7" name="Google Shape;5677;p24"/>
            <p:cNvSpPr/>
            <p:nvPr/>
          </p:nvSpPr>
          <p:spPr>
            <a:xfrm>
              <a:off x="6139975" y="435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39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8" name="Google Shape;5678;p24"/>
            <p:cNvSpPr/>
            <p:nvPr/>
          </p:nvSpPr>
          <p:spPr>
            <a:xfrm>
              <a:off x="6160650" y="435172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2"/>
                  </a:cubicBezTo>
                  <a:cubicBezTo>
                    <a:pt x="731" y="139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9" name="Google Shape;5679;p24"/>
            <p:cNvSpPr/>
            <p:nvPr/>
          </p:nvSpPr>
          <p:spPr>
            <a:xfrm>
              <a:off x="6186625" y="435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39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0" name="Google Shape;5680;p24"/>
            <p:cNvSpPr/>
            <p:nvPr/>
          </p:nvSpPr>
          <p:spPr>
            <a:xfrm>
              <a:off x="620995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39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1" name="Google Shape;5681;p24"/>
            <p:cNvSpPr/>
            <p:nvPr/>
          </p:nvSpPr>
          <p:spPr>
            <a:xfrm>
              <a:off x="6233275" y="435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2" name="Google Shape;5682;p24"/>
            <p:cNvSpPr/>
            <p:nvPr/>
          </p:nvSpPr>
          <p:spPr>
            <a:xfrm>
              <a:off x="625660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39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3" name="Google Shape;5683;p24"/>
            <p:cNvSpPr/>
            <p:nvPr/>
          </p:nvSpPr>
          <p:spPr>
            <a:xfrm>
              <a:off x="627995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4" name="Google Shape;5684;p24"/>
            <p:cNvSpPr/>
            <p:nvPr/>
          </p:nvSpPr>
          <p:spPr>
            <a:xfrm>
              <a:off x="630325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39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5" name="Google Shape;5685;p24"/>
            <p:cNvSpPr/>
            <p:nvPr/>
          </p:nvSpPr>
          <p:spPr>
            <a:xfrm>
              <a:off x="6323950" y="435172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5"/>
                    <a:pt x="416" y="625"/>
                  </a:cubicBezTo>
                  <a:cubicBezTo>
                    <a:pt x="577" y="625"/>
                    <a:pt x="731" y="501"/>
                    <a:pt x="731" y="312"/>
                  </a:cubicBezTo>
                  <a:cubicBezTo>
                    <a:pt x="731" y="139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6" name="Google Shape;5686;p24"/>
            <p:cNvSpPr/>
            <p:nvPr/>
          </p:nvSpPr>
          <p:spPr>
            <a:xfrm>
              <a:off x="634990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39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39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7" name="Google Shape;5687;p24"/>
            <p:cNvSpPr/>
            <p:nvPr/>
          </p:nvSpPr>
          <p:spPr>
            <a:xfrm>
              <a:off x="637325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39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8" name="Google Shape;5688;p24"/>
            <p:cNvSpPr/>
            <p:nvPr/>
          </p:nvSpPr>
          <p:spPr>
            <a:xfrm>
              <a:off x="6396600" y="435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39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9" name="Google Shape;5689;p24"/>
            <p:cNvSpPr/>
            <p:nvPr/>
          </p:nvSpPr>
          <p:spPr>
            <a:xfrm>
              <a:off x="6419900" y="435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39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0" name="Google Shape;5690;p24"/>
            <p:cNvSpPr/>
            <p:nvPr/>
          </p:nvSpPr>
          <p:spPr>
            <a:xfrm>
              <a:off x="6443250" y="435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39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39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1" name="Google Shape;5691;p24"/>
            <p:cNvSpPr/>
            <p:nvPr/>
          </p:nvSpPr>
          <p:spPr>
            <a:xfrm>
              <a:off x="620995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2" name="Google Shape;5692;p24"/>
            <p:cNvSpPr/>
            <p:nvPr/>
          </p:nvSpPr>
          <p:spPr>
            <a:xfrm>
              <a:off x="6233275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3" name="Google Shape;5693;p24"/>
            <p:cNvSpPr/>
            <p:nvPr/>
          </p:nvSpPr>
          <p:spPr>
            <a:xfrm>
              <a:off x="625660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4" name="Google Shape;5694;p24"/>
            <p:cNvSpPr/>
            <p:nvPr/>
          </p:nvSpPr>
          <p:spPr>
            <a:xfrm>
              <a:off x="627995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5" name="Google Shape;5695;p24"/>
            <p:cNvSpPr/>
            <p:nvPr/>
          </p:nvSpPr>
          <p:spPr>
            <a:xfrm>
              <a:off x="630325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6" name="Google Shape;5696;p24"/>
            <p:cNvSpPr/>
            <p:nvPr/>
          </p:nvSpPr>
          <p:spPr>
            <a:xfrm>
              <a:off x="6323950" y="431170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7" name="Google Shape;5697;p24"/>
            <p:cNvSpPr/>
            <p:nvPr/>
          </p:nvSpPr>
          <p:spPr>
            <a:xfrm>
              <a:off x="634990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8" name="Google Shape;5698;p24"/>
            <p:cNvSpPr/>
            <p:nvPr/>
          </p:nvSpPr>
          <p:spPr>
            <a:xfrm>
              <a:off x="637325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9" name="Google Shape;5699;p24"/>
            <p:cNvSpPr/>
            <p:nvPr/>
          </p:nvSpPr>
          <p:spPr>
            <a:xfrm>
              <a:off x="6396600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0" name="Google Shape;5700;p24"/>
            <p:cNvSpPr/>
            <p:nvPr/>
          </p:nvSpPr>
          <p:spPr>
            <a:xfrm>
              <a:off x="641990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1" name="Google Shape;5701;p24"/>
            <p:cNvSpPr/>
            <p:nvPr/>
          </p:nvSpPr>
          <p:spPr>
            <a:xfrm>
              <a:off x="6443250" y="43117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2" name="Google Shape;5702;p24"/>
            <p:cNvSpPr/>
            <p:nvPr/>
          </p:nvSpPr>
          <p:spPr>
            <a:xfrm>
              <a:off x="6466550" y="43117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3" name="Google Shape;5703;p24"/>
            <p:cNvSpPr/>
            <p:nvPr/>
          </p:nvSpPr>
          <p:spPr>
            <a:xfrm>
              <a:off x="6487275" y="431170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7"/>
                    <a:pt x="338" y="625"/>
                    <a:pt x="415" y="625"/>
                  </a:cubicBezTo>
                  <a:cubicBezTo>
                    <a:pt x="575" y="625"/>
                    <a:pt x="730" y="500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4" name="Google Shape;5704;p24"/>
            <p:cNvSpPr/>
            <p:nvPr/>
          </p:nvSpPr>
          <p:spPr>
            <a:xfrm>
              <a:off x="5999975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5" name="Google Shape;5705;p24"/>
            <p:cNvSpPr/>
            <p:nvPr/>
          </p:nvSpPr>
          <p:spPr>
            <a:xfrm>
              <a:off x="6023325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6" name="Google Shape;5706;p24"/>
            <p:cNvSpPr/>
            <p:nvPr/>
          </p:nvSpPr>
          <p:spPr>
            <a:xfrm>
              <a:off x="6046675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7" name="Google Shape;5707;p24"/>
            <p:cNvSpPr/>
            <p:nvPr/>
          </p:nvSpPr>
          <p:spPr>
            <a:xfrm>
              <a:off x="6067350" y="429167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8" name="Google Shape;5708;p24"/>
            <p:cNvSpPr/>
            <p:nvPr/>
          </p:nvSpPr>
          <p:spPr>
            <a:xfrm>
              <a:off x="6093325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9" name="Google Shape;5709;p24"/>
            <p:cNvSpPr/>
            <p:nvPr/>
          </p:nvSpPr>
          <p:spPr>
            <a:xfrm>
              <a:off x="611665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0" name="Google Shape;5710;p24"/>
            <p:cNvSpPr/>
            <p:nvPr/>
          </p:nvSpPr>
          <p:spPr>
            <a:xfrm>
              <a:off x="6139975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1" name="Google Shape;5711;p24"/>
            <p:cNvSpPr/>
            <p:nvPr/>
          </p:nvSpPr>
          <p:spPr>
            <a:xfrm>
              <a:off x="6160650" y="429167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6"/>
                    <a:pt x="417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2" name="Google Shape;5712;p24"/>
            <p:cNvSpPr/>
            <p:nvPr/>
          </p:nvSpPr>
          <p:spPr>
            <a:xfrm>
              <a:off x="6186625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3" name="Google Shape;5713;p24"/>
            <p:cNvSpPr/>
            <p:nvPr/>
          </p:nvSpPr>
          <p:spPr>
            <a:xfrm>
              <a:off x="620995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4" name="Google Shape;5714;p24"/>
            <p:cNvSpPr/>
            <p:nvPr/>
          </p:nvSpPr>
          <p:spPr>
            <a:xfrm>
              <a:off x="6233275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5" name="Google Shape;5715;p24"/>
            <p:cNvSpPr/>
            <p:nvPr/>
          </p:nvSpPr>
          <p:spPr>
            <a:xfrm>
              <a:off x="625660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6" name="Google Shape;5716;p24"/>
            <p:cNvSpPr/>
            <p:nvPr/>
          </p:nvSpPr>
          <p:spPr>
            <a:xfrm>
              <a:off x="627995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7" name="Google Shape;5717;p24"/>
            <p:cNvSpPr/>
            <p:nvPr/>
          </p:nvSpPr>
          <p:spPr>
            <a:xfrm>
              <a:off x="630325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8" name="Google Shape;5718;p24"/>
            <p:cNvSpPr/>
            <p:nvPr/>
          </p:nvSpPr>
          <p:spPr>
            <a:xfrm>
              <a:off x="6323950" y="429167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6"/>
                    <a:pt x="416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9" name="Google Shape;5719;p24"/>
            <p:cNvSpPr/>
            <p:nvPr/>
          </p:nvSpPr>
          <p:spPr>
            <a:xfrm>
              <a:off x="634990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0" name="Google Shape;5720;p24"/>
            <p:cNvSpPr/>
            <p:nvPr/>
          </p:nvSpPr>
          <p:spPr>
            <a:xfrm>
              <a:off x="637325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1" name="Google Shape;5721;p24"/>
            <p:cNvSpPr/>
            <p:nvPr/>
          </p:nvSpPr>
          <p:spPr>
            <a:xfrm>
              <a:off x="6396600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2" name="Google Shape;5722;p24"/>
            <p:cNvSpPr/>
            <p:nvPr/>
          </p:nvSpPr>
          <p:spPr>
            <a:xfrm>
              <a:off x="641990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3" name="Google Shape;5723;p24"/>
            <p:cNvSpPr/>
            <p:nvPr/>
          </p:nvSpPr>
          <p:spPr>
            <a:xfrm>
              <a:off x="6443250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4" name="Google Shape;5724;p24"/>
            <p:cNvSpPr/>
            <p:nvPr/>
          </p:nvSpPr>
          <p:spPr>
            <a:xfrm>
              <a:off x="6466550" y="429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5" name="Google Shape;5725;p24"/>
            <p:cNvSpPr/>
            <p:nvPr/>
          </p:nvSpPr>
          <p:spPr>
            <a:xfrm>
              <a:off x="6487275" y="429167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39" y="1"/>
                    <a:pt x="1" y="337"/>
                    <a:pt x="196" y="534"/>
                  </a:cubicBezTo>
                  <a:cubicBezTo>
                    <a:pt x="260" y="598"/>
                    <a:pt x="338" y="626"/>
                    <a:pt x="415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6" name="Google Shape;5726;p24"/>
            <p:cNvSpPr/>
            <p:nvPr/>
          </p:nvSpPr>
          <p:spPr>
            <a:xfrm>
              <a:off x="6513250" y="429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7" name="Google Shape;5727;p24"/>
            <p:cNvSpPr/>
            <p:nvPr/>
          </p:nvSpPr>
          <p:spPr>
            <a:xfrm>
              <a:off x="5999975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8" name="Google Shape;5728;p24"/>
            <p:cNvSpPr/>
            <p:nvPr/>
          </p:nvSpPr>
          <p:spPr>
            <a:xfrm>
              <a:off x="6023325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9" name="Google Shape;5729;p24"/>
            <p:cNvSpPr/>
            <p:nvPr/>
          </p:nvSpPr>
          <p:spPr>
            <a:xfrm>
              <a:off x="6046675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0" name="Google Shape;5730;p24"/>
            <p:cNvSpPr/>
            <p:nvPr/>
          </p:nvSpPr>
          <p:spPr>
            <a:xfrm>
              <a:off x="6067350" y="427167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1" name="Google Shape;5731;p24"/>
            <p:cNvSpPr/>
            <p:nvPr/>
          </p:nvSpPr>
          <p:spPr>
            <a:xfrm>
              <a:off x="6093325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2" name="Google Shape;5732;p24"/>
            <p:cNvSpPr/>
            <p:nvPr/>
          </p:nvSpPr>
          <p:spPr>
            <a:xfrm>
              <a:off x="611665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3" name="Google Shape;5733;p24"/>
            <p:cNvSpPr/>
            <p:nvPr/>
          </p:nvSpPr>
          <p:spPr>
            <a:xfrm>
              <a:off x="6139975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4" name="Google Shape;5734;p24"/>
            <p:cNvSpPr/>
            <p:nvPr/>
          </p:nvSpPr>
          <p:spPr>
            <a:xfrm>
              <a:off x="6160650" y="427167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2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5" name="Google Shape;5735;p24"/>
            <p:cNvSpPr/>
            <p:nvPr/>
          </p:nvSpPr>
          <p:spPr>
            <a:xfrm>
              <a:off x="6186625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6" name="Google Shape;5736;p24"/>
            <p:cNvSpPr/>
            <p:nvPr/>
          </p:nvSpPr>
          <p:spPr>
            <a:xfrm>
              <a:off x="620995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7" name="Google Shape;5737;p24"/>
            <p:cNvSpPr/>
            <p:nvPr/>
          </p:nvSpPr>
          <p:spPr>
            <a:xfrm>
              <a:off x="6233275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8" name="Google Shape;5738;p24"/>
            <p:cNvSpPr/>
            <p:nvPr/>
          </p:nvSpPr>
          <p:spPr>
            <a:xfrm>
              <a:off x="625660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9" name="Google Shape;5739;p24"/>
            <p:cNvSpPr/>
            <p:nvPr/>
          </p:nvSpPr>
          <p:spPr>
            <a:xfrm>
              <a:off x="627995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0" name="Google Shape;5740;p24"/>
            <p:cNvSpPr/>
            <p:nvPr/>
          </p:nvSpPr>
          <p:spPr>
            <a:xfrm>
              <a:off x="630325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1" name="Google Shape;5741;p24"/>
            <p:cNvSpPr/>
            <p:nvPr/>
          </p:nvSpPr>
          <p:spPr>
            <a:xfrm>
              <a:off x="6323950" y="427167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1"/>
                  </a:moveTo>
                  <a:cubicBezTo>
                    <a:pt x="140" y="1"/>
                    <a:pt x="1" y="336"/>
                    <a:pt x="198" y="533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2" name="Google Shape;5742;p24"/>
            <p:cNvSpPr/>
            <p:nvPr/>
          </p:nvSpPr>
          <p:spPr>
            <a:xfrm>
              <a:off x="634990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3" name="Google Shape;5743;p24"/>
            <p:cNvSpPr/>
            <p:nvPr/>
          </p:nvSpPr>
          <p:spPr>
            <a:xfrm>
              <a:off x="637325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4" name="Google Shape;5744;p24"/>
            <p:cNvSpPr/>
            <p:nvPr/>
          </p:nvSpPr>
          <p:spPr>
            <a:xfrm>
              <a:off x="6396600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5" name="Google Shape;5745;p24"/>
            <p:cNvSpPr/>
            <p:nvPr/>
          </p:nvSpPr>
          <p:spPr>
            <a:xfrm>
              <a:off x="641990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6" name="Google Shape;5746;p24"/>
            <p:cNvSpPr/>
            <p:nvPr/>
          </p:nvSpPr>
          <p:spPr>
            <a:xfrm>
              <a:off x="6443250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7" name="Google Shape;5747;p24"/>
            <p:cNvSpPr/>
            <p:nvPr/>
          </p:nvSpPr>
          <p:spPr>
            <a:xfrm>
              <a:off x="6466550" y="42716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8" name="Google Shape;5748;p24"/>
            <p:cNvSpPr/>
            <p:nvPr/>
          </p:nvSpPr>
          <p:spPr>
            <a:xfrm>
              <a:off x="6487275" y="427167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1"/>
                  </a:moveTo>
                  <a:cubicBezTo>
                    <a:pt x="139" y="1"/>
                    <a:pt x="1" y="337"/>
                    <a:pt x="196" y="533"/>
                  </a:cubicBezTo>
                  <a:cubicBezTo>
                    <a:pt x="260" y="596"/>
                    <a:pt x="339" y="625"/>
                    <a:pt x="415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9" name="Google Shape;5749;p24"/>
            <p:cNvSpPr/>
            <p:nvPr/>
          </p:nvSpPr>
          <p:spPr>
            <a:xfrm>
              <a:off x="6513250" y="42716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0" name="Google Shape;5750;p24"/>
            <p:cNvSpPr/>
            <p:nvPr/>
          </p:nvSpPr>
          <p:spPr>
            <a:xfrm>
              <a:off x="597667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1" name="Google Shape;5751;p24"/>
            <p:cNvSpPr/>
            <p:nvPr/>
          </p:nvSpPr>
          <p:spPr>
            <a:xfrm>
              <a:off x="5999975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0"/>
                    <a:pt x="1" y="312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2" name="Google Shape;5752;p24"/>
            <p:cNvSpPr/>
            <p:nvPr/>
          </p:nvSpPr>
          <p:spPr>
            <a:xfrm>
              <a:off x="602332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3" name="Google Shape;5753;p24"/>
            <p:cNvSpPr/>
            <p:nvPr/>
          </p:nvSpPr>
          <p:spPr>
            <a:xfrm>
              <a:off x="604667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2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4" name="Google Shape;5754;p24"/>
            <p:cNvSpPr/>
            <p:nvPr/>
          </p:nvSpPr>
          <p:spPr>
            <a:xfrm>
              <a:off x="6067350" y="425167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2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5" name="Google Shape;5755;p24"/>
            <p:cNvSpPr/>
            <p:nvPr/>
          </p:nvSpPr>
          <p:spPr>
            <a:xfrm>
              <a:off x="609332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6" name="Google Shape;5756;p24"/>
            <p:cNvSpPr/>
            <p:nvPr/>
          </p:nvSpPr>
          <p:spPr>
            <a:xfrm>
              <a:off x="611665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7" name="Google Shape;5757;p24"/>
            <p:cNvSpPr/>
            <p:nvPr/>
          </p:nvSpPr>
          <p:spPr>
            <a:xfrm>
              <a:off x="613997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8" name="Google Shape;5758;p24"/>
            <p:cNvSpPr/>
            <p:nvPr/>
          </p:nvSpPr>
          <p:spPr>
            <a:xfrm>
              <a:off x="6160650" y="425167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2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2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9" name="Google Shape;5759;p24"/>
            <p:cNvSpPr/>
            <p:nvPr/>
          </p:nvSpPr>
          <p:spPr>
            <a:xfrm>
              <a:off x="618662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0" name="Google Shape;5760;p24"/>
            <p:cNvSpPr/>
            <p:nvPr/>
          </p:nvSpPr>
          <p:spPr>
            <a:xfrm>
              <a:off x="620995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1" name="Google Shape;5761;p24"/>
            <p:cNvSpPr/>
            <p:nvPr/>
          </p:nvSpPr>
          <p:spPr>
            <a:xfrm>
              <a:off x="6233275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2" name="Google Shape;5762;p24"/>
            <p:cNvSpPr/>
            <p:nvPr/>
          </p:nvSpPr>
          <p:spPr>
            <a:xfrm>
              <a:off x="625660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3" name="Google Shape;5763;p24"/>
            <p:cNvSpPr/>
            <p:nvPr/>
          </p:nvSpPr>
          <p:spPr>
            <a:xfrm>
              <a:off x="627995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4" name="Google Shape;5764;p24"/>
            <p:cNvSpPr/>
            <p:nvPr/>
          </p:nvSpPr>
          <p:spPr>
            <a:xfrm>
              <a:off x="630325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5" name="Google Shape;5765;p24"/>
            <p:cNvSpPr/>
            <p:nvPr/>
          </p:nvSpPr>
          <p:spPr>
            <a:xfrm>
              <a:off x="6323950" y="425167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5"/>
                    <a:pt x="198" y="532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2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6" name="Google Shape;5766;p24"/>
            <p:cNvSpPr/>
            <p:nvPr/>
          </p:nvSpPr>
          <p:spPr>
            <a:xfrm>
              <a:off x="634990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7" name="Google Shape;5767;p24"/>
            <p:cNvSpPr/>
            <p:nvPr/>
          </p:nvSpPr>
          <p:spPr>
            <a:xfrm>
              <a:off x="637325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8" name="Google Shape;5768;p24"/>
            <p:cNvSpPr/>
            <p:nvPr/>
          </p:nvSpPr>
          <p:spPr>
            <a:xfrm>
              <a:off x="6396600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9" name="Google Shape;5769;p24"/>
            <p:cNvSpPr/>
            <p:nvPr/>
          </p:nvSpPr>
          <p:spPr>
            <a:xfrm>
              <a:off x="641990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0" name="Google Shape;5770;p24"/>
            <p:cNvSpPr/>
            <p:nvPr/>
          </p:nvSpPr>
          <p:spPr>
            <a:xfrm>
              <a:off x="6443250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1" name="Google Shape;5771;p24"/>
            <p:cNvSpPr/>
            <p:nvPr/>
          </p:nvSpPr>
          <p:spPr>
            <a:xfrm>
              <a:off x="6466550" y="42516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2" name="Google Shape;5772;p24"/>
            <p:cNvSpPr/>
            <p:nvPr/>
          </p:nvSpPr>
          <p:spPr>
            <a:xfrm>
              <a:off x="6487275" y="425167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39" y="0"/>
                    <a:pt x="1" y="337"/>
                    <a:pt x="196" y="532"/>
                  </a:cubicBezTo>
                  <a:cubicBezTo>
                    <a:pt x="260" y="596"/>
                    <a:pt x="339" y="625"/>
                    <a:pt x="415" y="625"/>
                  </a:cubicBezTo>
                  <a:cubicBezTo>
                    <a:pt x="576" y="625"/>
                    <a:pt x="730" y="500"/>
                    <a:pt x="730" y="312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3" name="Google Shape;5773;p24"/>
            <p:cNvSpPr/>
            <p:nvPr/>
          </p:nvSpPr>
          <p:spPr>
            <a:xfrm>
              <a:off x="6513250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4" name="Google Shape;5774;p24"/>
            <p:cNvSpPr/>
            <p:nvPr/>
          </p:nvSpPr>
          <p:spPr>
            <a:xfrm>
              <a:off x="597667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5" name="Google Shape;5775;p24"/>
            <p:cNvSpPr/>
            <p:nvPr/>
          </p:nvSpPr>
          <p:spPr>
            <a:xfrm>
              <a:off x="5999975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6" name="Google Shape;5776;p24"/>
            <p:cNvSpPr/>
            <p:nvPr/>
          </p:nvSpPr>
          <p:spPr>
            <a:xfrm>
              <a:off x="602332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7" name="Google Shape;5777;p24"/>
            <p:cNvSpPr/>
            <p:nvPr/>
          </p:nvSpPr>
          <p:spPr>
            <a:xfrm>
              <a:off x="604667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8" name="Google Shape;5778;p24"/>
            <p:cNvSpPr/>
            <p:nvPr/>
          </p:nvSpPr>
          <p:spPr>
            <a:xfrm>
              <a:off x="6067350" y="42316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40" y="1"/>
                    <a:pt x="1" y="336"/>
                    <a:pt x="198" y="533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6" y="625"/>
                    <a:pt x="730" y="501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9" name="Google Shape;5779;p24"/>
            <p:cNvSpPr/>
            <p:nvPr/>
          </p:nvSpPr>
          <p:spPr>
            <a:xfrm>
              <a:off x="609332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0" name="Google Shape;5780;p24"/>
            <p:cNvSpPr/>
            <p:nvPr/>
          </p:nvSpPr>
          <p:spPr>
            <a:xfrm>
              <a:off x="611665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1" name="Google Shape;5781;p24"/>
            <p:cNvSpPr/>
            <p:nvPr/>
          </p:nvSpPr>
          <p:spPr>
            <a:xfrm>
              <a:off x="613997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2" name="Google Shape;5782;p24"/>
            <p:cNvSpPr/>
            <p:nvPr/>
          </p:nvSpPr>
          <p:spPr>
            <a:xfrm>
              <a:off x="6160650" y="42316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6"/>
                    <a:pt x="198" y="533"/>
                  </a:cubicBezTo>
                  <a:cubicBezTo>
                    <a:pt x="262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3" name="Google Shape;5783;p24"/>
            <p:cNvSpPr/>
            <p:nvPr/>
          </p:nvSpPr>
          <p:spPr>
            <a:xfrm>
              <a:off x="618662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4" name="Google Shape;5784;p24"/>
            <p:cNvSpPr/>
            <p:nvPr/>
          </p:nvSpPr>
          <p:spPr>
            <a:xfrm>
              <a:off x="620995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5" name="Google Shape;5785;p24"/>
            <p:cNvSpPr/>
            <p:nvPr/>
          </p:nvSpPr>
          <p:spPr>
            <a:xfrm>
              <a:off x="6233275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6" name="Google Shape;5786;p24"/>
            <p:cNvSpPr/>
            <p:nvPr/>
          </p:nvSpPr>
          <p:spPr>
            <a:xfrm>
              <a:off x="625660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7" name="Google Shape;5787;p24"/>
            <p:cNvSpPr/>
            <p:nvPr/>
          </p:nvSpPr>
          <p:spPr>
            <a:xfrm>
              <a:off x="627995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8" name="Google Shape;5788;p24"/>
            <p:cNvSpPr/>
            <p:nvPr/>
          </p:nvSpPr>
          <p:spPr>
            <a:xfrm>
              <a:off x="630325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9" name="Google Shape;5789;p24"/>
            <p:cNvSpPr/>
            <p:nvPr/>
          </p:nvSpPr>
          <p:spPr>
            <a:xfrm>
              <a:off x="6323950" y="42316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22" y="1"/>
                  </a:moveTo>
                  <a:cubicBezTo>
                    <a:pt x="421" y="1"/>
                    <a:pt x="420" y="1"/>
                    <a:pt x="419" y="1"/>
                  </a:cubicBezTo>
                  <a:cubicBezTo>
                    <a:pt x="418" y="1"/>
                    <a:pt x="418" y="1"/>
                    <a:pt x="417" y="1"/>
                  </a:cubicBezTo>
                  <a:cubicBezTo>
                    <a:pt x="139" y="1"/>
                    <a:pt x="1" y="336"/>
                    <a:pt x="198" y="533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1"/>
                    <a:pt x="593" y="1"/>
                    <a:pt x="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0" name="Google Shape;5790;p24"/>
            <p:cNvSpPr/>
            <p:nvPr/>
          </p:nvSpPr>
          <p:spPr>
            <a:xfrm>
              <a:off x="634990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1" name="Google Shape;5791;p24"/>
            <p:cNvSpPr/>
            <p:nvPr/>
          </p:nvSpPr>
          <p:spPr>
            <a:xfrm>
              <a:off x="637325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2" name="Google Shape;5792;p24"/>
            <p:cNvSpPr/>
            <p:nvPr/>
          </p:nvSpPr>
          <p:spPr>
            <a:xfrm>
              <a:off x="6396600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3" name="Google Shape;5793;p24"/>
            <p:cNvSpPr/>
            <p:nvPr/>
          </p:nvSpPr>
          <p:spPr>
            <a:xfrm>
              <a:off x="641990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4" name="Google Shape;5794;p24"/>
            <p:cNvSpPr/>
            <p:nvPr/>
          </p:nvSpPr>
          <p:spPr>
            <a:xfrm>
              <a:off x="6443250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5" name="Google Shape;5795;p24"/>
            <p:cNvSpPr/>
            <p:nvPr/>
          </p:nvSpPr>
          <p:spPr>
            <a:xfrm>
              <a:off x="6466550" y="42316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6" name="Google Shape;5796;p24"/>
            <p:cNvSpPr/>
            <p:nvPr/>
          </p:nvSpPr>
          <p:spPr>
            <a:xfrm>
              <a:off x="6487275" y="42316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39" y="1"/>
                    <a:pt x="1" y="336"/>
                    <a:pt x="196" y="533"/>
                  </a:cubicBezTo>
                  <a:cubicBezTo>
                    <a:pt x="260" y="597"/>
                    <a:pt x="339" y="625"/>
                    <a:pt x="415" y="625"/>
                  </a:cubicBezTo>
                  <a:cubicBezTo>
                    <a:pt x="576" y="625"/>
                    <a:pt x="730" y="501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7" name="Google Shape;5797;p24"/>
            <p:cNvSpPr/>
            <p:nvPr/>
          </p:nvSpPr>
          <p:spPr>
            <a:xfrm>
              <a:off x="6513250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8" name="Google Shape;5798;p24"/>
            <p:cNvSpPr/>
            <p:nvPr/>
          </p:nvSpPr>
          <p:spPr>
            <a:xfrm>
              <a:off x="5953325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4"/>
                    <a:pt x="141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9" name="Google Shape;5799;p24"/>
            <p:cNvSpPr/>
            <p:nvPr/>
          </p:nvSpPr>
          <p:spPr>
            <a:xfrm>
              <a:off x="597667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3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0" name="Google Shape;5800;p24"/>
            <p:cNvSpPr/>
            <p:nvPr/>
          </p:nvSpPr>
          <p:spPr>
            <a:xfrm>
              <a:off x="5999975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1" name="Google Shape;5801;p24"/>
            <p:cNvSpPr/>
            <p:nvPr/>
          </p:nvSpPr>
          <p:spPr>
            <a:xfrm>
              <a:off x="602332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3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2" name="Google Shape;5802;p24"/>
            <p:cNvSpPr/>
            <p:nvPr/>
          </p:nvSpPr>
          <p:spPr>
            <a:xfrm>
              <a:off x="604667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39" y="0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3" name="Google Shape;5803;p24"/>
            <p:cNvSpPr/>
            <p:nvPr/>
          </p:nvSpPr>
          <p:spPr>
            <a:xfrm>
              <a:off x="6067350" y="4211650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40" y="0"/>
                    <a:pt x="1" y="335"/>
                    <a:pt x="198" y="533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4" name="Google Shape;5804;p24"/>
            <p:cNvSpPr/>
            <p:nvPr/>
          </p:nvSpPr>
          <p:spPr>
            <a:xfrm>
              <a:off x="609332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2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5" name="Google Shape;5805;p24"/>
            <p:cNvSpPr/>
            <p:nvPr/>
          </p:nvSpPr>
          <p:spPr>
            <a:xfrm>
              <a:off x="611665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6" name="Google Shape;5806;p24"/>
            <p:cNvSpPr/>
            <p:nvPr/>
          </p:nvSpPr>
          <p:spPr>
            <a:xfrm>
              <a:off x="613997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2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7" name="Google Shape;5807;p24"/>
            <p:cNvSpPr/>
            <p:nvPr/>
          </p:nvSpPr>
          <p:spPr>
            <a:xfrm>
              <a:off x="6160650" y="421165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5"/>
                    <a:pt x="198" y="533"/>
                  </a:cubicBezTo>
                  <a:cubicBezTo>
                    <a:pt x="262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8" name="Google Shape;5808;p24"/>
            <p:cNvSpPr/>
            <p:nvPr/>
          </p:nvSpPr>
          <p:spPr>
            <a:xfrm>
              <a:off x="618662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2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9" name="Google Shape;5809;p24"/>
            <p:cNvSpPr/>
            <p:nvPr/>
          </p:nvSpPr>
          <p:spPr>
            <a:xfrm>
              <a:off x="620995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0" name="Google Shape;5810;p24"/>
            <p:cNvSpPr/>
            <p:nvPr/>
          </p:nvSpPr>
          <p:spPr>
            <a:xfrm>
              <a:off x="6233275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1" name="Google Shape;5811;p24"/>
            <p:cNvSpPr/>
            <p:nvPr/>
          </p:nvSpPr>
          <p:spPr>
            <a:xfrm>
              <a:off x="625660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2" name="Google Shape;5812;p24"/>
            <p:cNvSpPr/>
            <p:nvPr/>
          </p:nvSpPr>
          <p:spPr>
            <a:xfrm>
              <a:off x="627995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3" name="Google Shape;5813;p24"/>
            <p:cNvSpPr/>
            <p:nvPr/>
          </p:nvSpPr>
          <p:spPr>
            <a:xfrm>
              <a:off x="630325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4" name="Google Shape;5814;p24"/>
            <p:cNvSpPr/>
            <p:nvPr/>
          </p:nvSpPr>
          <p:spPr>
            <a:xfrm>
              <a:off x="6323950" y="421165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22" y="0"/>
                  </a:moveTo>
                  <a:cubicBezTo>
                    <a:pt x="421" y="0"/>
                    <a:pt x="420" y="0"/>
                    <a:pt x="419" y="0"/>
                  </a:cubicBezTo>
                  <a:cubicBezTo>
                    <a:pt x="418" y="0"/>
                    <a:pt x="418" y="0"/>
                    <a:pt x="417" y="0"/>
                  </a:cubicBezTo>
                  <a:cubicBezTo>
                    <a:pt x="139" y="0"/>
                    <a:pt x="1" y="336"/>
                    <a:pt x="198" y="533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1"/>
                    <a:pt x="593" y="0"/>
                    <a:pt x="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5" name="Google Shape;5815;p24"/>
            <p:cNvSpPr/>
            <p:nvPr/>
          </p:nvSpPr>
          <p:spPr>
            <a:xfrm>
              <a:off x="634990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6" name="Google Shape;5816;p24"/>
            <p:cNvSpPr/>
            <p:nvPr/>
          </p:nvSpPr>
          <p:spPr>
            <a:xfrm>
              <a:off x="637325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7" name="Google Shape;5817;p24"/>
            <p:cNvSpPr/>
            <p:nvPr/>
          </p:nvSpPr>
          <p:spPr>
            <a:xfrm>
              <a:off x="6396600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8" name="Google Shape;5818;p24"/>
            <p:cNvSpPr/>
            <p:nvPr/>
          </p:nvSpPr>
          <p:spPr>
            <a:xfrm>
              <a:off x="641990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9" name="Google Shape;5819;p24"/>
            <p:cNvSpPr/>
            <p:nvPr/>
          </p:nvSpPr>
          <p:spPr>
            <a:xfrm>
              <a:off x="6443250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3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0" name="Google Shape;5820;p24"/>
            <p:cNvSpPr/>
            <p:nvPr/>
          </p:nvSpPr>
          <p:spPr>
            <a:xfrm>
              <a:off x="6466550" y="4211650"/>
              <a:ext cx="15650" cy="15600"/>
            </a:xfrm>
            <a:custGeom>
              <a:avLst/>
              <a:gdLst/>
              <a:ahLst/>
              <a:cxnLst/>
              <a:rect l="l" t="t" r="r" b="b"/>
              <a:pathLst>
                <a:path w="626" h="624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1" name="Google Shape;5821;p24"/>
            <p:cNvSpPr/>
            <p:nvPr/>
          </p:nvSpPr>
          <p:spPr>
            <a:xfrm>
              <a:off x="6487275" y="4211650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39" y="0"/>
                    <a:pt x="1" y="335"/>
                    <a:pt x="196" y="533"/>
                  </a:cubicBezTo>
                  <a:cubicBezTo>
                    <a:pt x="260" y="596"/>
                    <a:pt x="339" y="625"/>
                    <a:pt x="415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2" name="Google Shape;5822;p24"/>
            <p:cNvSpPr/>
            <p:nvPr/>
          </p:nvSpPr>
          <p:spPr>
            <a:xfrm>
              <a:off x="6513250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2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3" name="Google Shape;5823;p24"/>
            <p:cNvSpPr/>
            <p:nvPr/>
          </p:nvSpPr>
          <p:spPr>
            <a:xfrm>
              <a:off x="5953325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2"/>
                    <a:pt x="0" y="313"/>
                  </a:cubicBezTo>
                  <a:cubicBezTo>
                    <a:pt x="0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4" name="Google Shape;5824;p24"/>
            <p:cNvSpPr/>
            <p:nvPr/>
          </p:nvSpPr>
          <p:spPr>
            <a:xfrm>
              <a:off x="597667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5" name="Google Shape;5825;p24"/>
            <p:cNvSpPr/>
            <p:nvPr/>
          </p:nvSpPr>
          <p:spPr>
            <a:xfrm>
              <a:off x="5999975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2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6" name="Google Shape;5826;p24"/>
            <p:cNvSpPr/>
            <p:nvPr/>
          </p:nvSpPr>
          <p:spPr>
            <a:xfrm>
              <a:off x="602332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7" name="Google Shape;5827;p24"/>
            <p:cNvSpPr/>
            <p:nvPr/>
          </p:nvSpPr>
          <p:spPr>
            <a:xfrm>
              <a:off x="604667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2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8" name="Google Shape;5828;p24"/>
            <p:cNvSpPr/>
            <p:nvPr/>
          </p:nvSpPr>
          <p:spPr>
            <a:xfrm>
              <a:off x="6067350" y="419160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2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9" name="Google Shape;5829;p24"/>
            <p:cNvSpPr/>
            <p:nvPr/>
          </p:nvSpPr>
          <p:spPr>
            <a:xfrm>
              <a:off x="609332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0" name="Google Shape;5830;p24"/>
            <p:cNvSpPr/>
            <p:nvPr/>
          </p:nvSpPr>
          <p:spPr>
            <a:xfrm>
              <a:off x="611665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1" name="Google Shape;5831;p24"/>
            <p:cNvSpPr/>
            <p:nvPr/>
          </p:nvSpPr>
          <p:spPr>
            <a:xfrm>
              <a:off x="613997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2" name="Google Shape;5832;p24"/>
            <p:cNvSpPr/>
            <p:nvPr/>
          </p:nvSpPr>
          <p:spPr>
            <a:xfrm>
              <a:off x="6160650" y="419160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2" y="598"/>
                    <a:pt x="340" y="626"/>
                    <a:pt x="417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2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3" name="Google Shape;5833;p24"/>
            <p:cNvSpPr/>
            <p:nvPr/>
          </p:nvSpPr>
          <p:spPr>
            <a:xfrm>
              <a:off x="618662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4" name="Google Shape;5834;p24"/>
            <p:cNvSpPr/>
            <p:nvPr/>
          </p:nvSpPr>
          <p:spPr>
            <a:xfrm>
              <a:off x="620995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5" name="Google Shape;5835;p24"/>
            <p:cNvSpPr/>
            <p:nvPr/>
          </p:nvSpPr>
          <p:spPr>
            <a:xfrm>
              <a:off x="6233275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2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6" name="Google Shape;5836;p24"/>
            <p:cNvSpPr/>
            <p:nvPr/>
          </p:nvSpPr>
          <p:spPr>
            <a:xfrm>
              <a:off x="625660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7" name="Google Shape;5837;p24"/>
            <p:cNvSpPr/>
            <p:nvPr/>
          </p:nvSpPr>
          <p:spPr>
            <a:xfrm>
              <a:off x="627995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8" name="Google Shape;5838;p24"/>
            <p:cNvSpPr/>
            <p:nvPr/>
          </p:nvSpPr>
          <p:spPr>
            <a:xfrm>
              <a:off x="630325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9" name="Google Shape;5839;p24"/>
            <p:cNvSpPr/>
            <p:nvPr/>
          </p:nvSpPr>
          <p:spPr>
            <a:xfrm>
              <a:off x="6323950" y="419160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6"/>
                    <a:pt x="416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2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0" name="Google Shape;5840;p24"/>
            <p:cNvSpPr/>
            <p:nvPr/>
          </p:nvSpPr>
          <p:spPr>
            <a:xfrm>
              <a:off x="634990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2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1" name="Google Shape;5841;p24"/>
            <p:cNvSpPr/>
            <p:nvPr/>
          </p:nvSpPr>
          <p:spPr>
            <a:xfrm>
              <a:off x="637325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2" name="Google Shape;5842;p24"/>
            <p:cNvSpPr/>
            <p:nvPr/>
          </p:nvSpPr>
          <p:spPr>
            <a:xfrm>
              <a:off x="6396600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3" name="Google Shape;5843;p24"/>
            <p:cNvSpPr/>
            <p:nvPr/>
          </p:nvSpPr>
          <p:spPr>
            <a:xfrm>
              <a:off x="641990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4" name="Google Shape;5844;p24"/>
            <p:cNvSpPr/>
            <p:nvPr/>
          </p:nvSpPr>
          <p:spPr>
            <a:xfrm>
              <a:off x="6443250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5" name="Google Shape;5845;p24"/>
            <p:cNvSpPr/>
            <p:nvPr/>
          </p:nvSpPr>
          <p:spPr>
            <a:xfrm>
              <a:off x="6466550" y="41916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2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6" name="Google Shape;5846;p24"/>
            <p:cNvSpPr/>
            <p:nvPr/>
          </p:nvSpPr>
          <p:spPr>
            <a:xfrm>
              <a:off x="6487275" y="419160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39" y="1"/>
                    <a:pt x="1" y="337"/>
                    <a:pt x="196" y="534"/>
                  </a:cubicBezTo>
                  <a:cubicBezTo>
                    <a:pt x="260" y="598"/>
                    <a:pt x="338" y="626"/>
                    <a:pt x="415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2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7" name="Google Shape;5847;p24"/>
            <p:cNvSpPr/>
            <p:nvPr/>
          </p:nvSpPr>
          <p:spPr>
            <a:xfrm>
              <a:off x="6513250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8" name="Google Shape;5848;p24"/>
            <p:cNvSpPr/>
            <p:nvPr/>
          </p:nvSpPr>
          <p:spPr>
            <a:xfrm>
              <a:off x="5953325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9" name="Google Shape;5849;p24"/>
            <p:cNvSpPr/>
            <p:nvPr/>
          </p:nvSpPr>
          <p:spPr>
            <a:xfrm>
              <a:off x="597667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0" name="Google Shape;5850;p24"/>
            <p:cNvSpPr/>
            <p:nvPr/>
          </p:nvSpPr>
          <p:spPr>
            <a:xfrm>
              <a:off x="5999975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0"/>
                    <a:pt x="1" y="312"/>
                  </a:cubicBezTo>
                  <a:cubicBezTo>
                    <a:pt x="1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1" name="Google Shape;5851;p24"/>
            <p:cNvSpPr/>
            <p:nvPr/>
          </p:nvSpPr>
          <p:spPr>
            <a:xfrm>
              <a:off x="602332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2" name="Google Shape;5852;p24"/>
            <p:cNvSpPr/>
            <p:nvPr/>
          </p:nvSpPr>
          <p:spPr>
            <a:xfrm>
              <a:off x="604667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2"/>
                  </a:cubicBezTo>
                  <a:cubicBezTo>
                    <a:pt x="0" y="485"/>
                    <a:pt x="139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3" name="Google Shape;5853;p24"/>
            <p:cNvSpPr/>
            <p:nvPr/>
          </p:nvSpPr>
          <p:spPr>
            <a:xfrm>
              <a:off x="6067350" y="417160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4" name="Google Shape;5854;p24"/>
            <p:cNvSpPr/>
            <p:nvPr/>
          </p:nvSpPr>
          <p:spPr>
            <a:xfrm>
              <a:off x="609332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5" name="Google Shape;5855;p24"/>
            <p:cNvSpPr/>
            <p:nvPr/>
          </p:nvSpPr>
          <p:spPr>
            <a:xfrm>
              <a:off x="611665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6" name="Google Shape;5856;p24"/>
            <p:cNvSpPr/>
            <p:nvPr/>
          </p:nvSpPr>
          <p:spPr>
            <a:xfrm>
              <a:off x="613997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7" name="Google Shape;5857;p24"/>
            <p:cNvSpPr/>
            <p:nvPr/>
          </p:nvSpPr>
          <p:spPr>
            <a:xfrm>
              <a:off x="6160650" y="417160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2" y="598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8" name="Google Shape;5858;p24"/>
            <p:cNvSpPr/>
            <p:nvPr/>
          </p:nvSpPr>
          <p:spPr>
            <a:xfrm>
              <a:off x="618662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9" name="Google Shape;5859;p24"/>
            <p:cNvSpPr/>
            <p:nvPr/>
          </p:nvSpPr>
          <p:spPr>
            <a:xfrm>
              <a:off x="620995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0" name="Google Shape;5860;p24"/>
            <p:cNvSpPr/>
            <p:nvPr/>
          </p:nvSpPr>
          <p:spPr>
            <a:xfrm>
              <a:off x="6233275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1" name="Google Shape;5861;p24"/>
            <p:cNvSpPr/>
            <p:nvPr/>
          </p:nvSpPr>
          <p:spPr>
            <a:xfrm>
              <a:off x="625660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2" name="Google Shape;5862;p24"/>
            <p:cNvSpPr/>
            <p:nvPr/>
          </p:nvSpPr>
          <p:spPr>
            <a:xfrm>
              <a:off x="627995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3" name="Google Shape;5863;p24"/>
            <p:cNvSpPr/>
            <p:nvPr/>
          </p:nvSpPr>
          <p:spPr>
            <a:xfrm>
              <a:off x="630325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4" name="Google Shape;5864;p24"/>
            <p:cNvSpPr/>
            <p:nvPr/>
          </p:nvSpPr>
          <p:spPr>
            <a:xfrm>
              <a:off x="6323950" y="417160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8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5" name="Google Shape;5865;p24"/>
            <p:cNvSpPr/>
            <p:nvPr/>
          </p:nvSpPr>
          <p:spPr>
            <a:xfrm>
              <a:off x="634990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6" name="Google Shape;5866;p24"/>
            <p:cNvSpPr/>
            <p:nvPr/>
          </p:nvSpPr>
          <p:spPr>
            <a:xfrm>
              <a:off x="637325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7" name="Google Shape;5867;p24"/>
            <p:cNvSpPr/>
            <p:nvPr/>
          </p:nvSpPr>
          <p:spPr>
            <a:xfrm>
              <a:off x="6396600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8" name="Google Shape;5868;p24"/>
            <p:cNvSpPr/>
            <p:nvPr/>
          </p:nvSpPr>
          <p:spPr>
            <a:xfrm>
              <a:off x="641990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9" name="Google Shape;5869;p24"/>
            <p:cNvSpPr/>
            <p:nvPr/>
          </p:nvSpPr>
          <p:spPr>
            <a:xfrm>
              <a:off x="6443250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0" name="Google Shape;5870;p24"/>
            <p:cNvSpPr/>
            <p:nvPr/>
          </p:nvSpPr>
          <p:spPr>
            <a:xfrm>
              <a:off x="6466550" y="41716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1" name="Google Shape;5871;p24"/>
            <p:cNvSpPr/>
            <p:nvPr/>
          </p:nvSpPr>
          <p:spPr>
            <a:xfrm>
              <a:off x="6487275" y="417160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8"/>
                    <a:pt x="338" y="626"/>
                    <a:pt x="415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2" name="Google Shape;5872;p24"/>
            <p:cNvSpPr/>
            <p:nvPr/>
          </p:nvSpPr>
          <p:spPr>
            <a:xfrm>
              <a:off x="6513250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3" name="Google Shape;5873;p24"/>
            <p:cNvSpPr/>
            <p:nvPr/>
          </p:nvSpPr>
          <p:spPr>
            <a:xfrm>
              <a:off x="5953325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4" name="Google Shape;5874;p24"/>
            <p:cNvSpPr/>
            <p:nvPr/>
          </p:nvSpPr>
          <p:spPr>
            <a:xfrm>
              <a:off x="597667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5" name="Google Shape;5875;p24"/>
            <p:cNvSpPr/>
            <p:nvPr/>
          </p:nvSpPr>
          <p:spPr>
            <a:xfrm>
              <a:off x="593002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6" name="Google Shape;5876;p24"/>
            <p:cNvSpPr/>
            <p:nvPr/>
          </p:nvSpPr>
          <p:spPr>
            <a:xfrm>
              <a:off x="5999975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7" name="Google Shape;5877;p24"/>
            <p:cNvSpPr/>
            <p:nvPr/>
          </p:nvSpPr>
          <p:spPr>
            <a:xfrm>
              <a:off x="602332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8" name="Google Shape;5878;p24"/>
            <p:cNvSpPr/>
            <p:nvPr/>
          </p:nvSpPr>
          <p:spPr>
            <a:xfrm>
              <a:off x="604667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9" name="Google Shape;5879;p24"/>
            <p:cNvSpPr/>
            <p:nvPr/>
          </p:nvSpPr>
          <p:spPr>
            <a:xfrm>
              <a:off x="6067350" y="415157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7"/>
                    <a:pt x="416" y="627"/>
                  </a:cubicBezTo>
                  <a:cubicBezTo>
                    <a:pt x="576" y="627"/>
                    <a:pt x="730" y="502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0" name="Google Shape;5880;p24"/>
            <p:cNvSpPr/>
            <p:nvPr/>
          </p:nvSpPr>
          <p:spPr>
            <a:xfrm>
              <a:off x="609332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1" name="Google Shape;5881;p24"/>
            <p:cNvSpPr/>
            <p:nvPr/>
          </p:nvSpPr>
          <p:spPr>
            <a:xfrm>
              <a:off x="611665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2" name="Google Shape;5882;p24"/>
            <p:cNvSpPr/>
            <p:nvPr/>
          </p:nvSpPr>
          <p:spPr>
            <a:xfrm>
              <a:off x="613997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3" name="Google Shape;5883;p24"/>
            <p:cNvSpPr/>
            <p:nvPr/>
          </p:nvSpPr>
          <p:spPr>
            <a:xfrm>
              <a:off x="6160650" y="415157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2" y="598"/>
                    <a:pt x="340" y="627"/>
                    <a:pt x="417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4" name="Google Shape;5884;p24"/>
            <p:cNvSpPr/>
            <p:nvPr/>
          </p:nvSpPr>
          <p:spPr>
            <a:xfrm>
              <a:off x="618662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5" name="Google Shape;5885;p24"/>
            <p:cNvSpPr/>
            <p:nvPr/>
          </p:nvSpPr>
          <p:spPr>
            <a:xfrm>
              <a:off x="620995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6" name="Google Shape;5886;p24"/>
            <p:cNvSpPr/>
            <p:nvPr/>
          </p:nvSpPr>
          <p:spPr>
            <a:xfrm>
              <a:off x="6233275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7" name="Google Shape;5887;p24"/>
            <p:cNvSpPr/>
            <p:nvPr/>
          </p:nvSpPr>
          <p:spPr>
            <a:xfrm>
              <a:off x="625660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8" name="Google Shape;5888;p24"/>
            <p:cNvSpPr/>
            <p:nvPr/>
          </p:nvSpPr>
          <p:spPr>
            <a:xfrm>
              <a:off x="627995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9" name="Google Shape;5889;p24"/>
            <p:cNvSpPr/>
            <p:nvPr/>
          </p:nvSpPr>
          <p:spPr>
            <a:xfrm>
              <a:off x="630325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0" name="Google Shape;5890;p24"/>
            <p:cNvSpPr/>
            <p:nvPr/>
          </p:nvSpPr>
          <p:spPr>
            <a:xfrm>
              <a:off x="6323950" y="415157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7"/>
                    <a:pt x="416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1" name="Google Shape;5891;p24"/>
            <p:cNvSpPr/>
            <p:nvPr/>
          </p:nvSpPr>
          <p:spPr>
            <a:xfrm>
              <a:off x="634990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2" name="Google Shape;5892;p24"/>
            <p:cNvSpPr/>
            <p:nvPr/>
          </p:nvSpPr>
          <p:spPr>
            <a:xfrm>
              <a:off x="637325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3" name="Google Shape;5893;p24"/>
            <p:cNvSpPr/>
            <p:nvPr/>
          </p:nvSpPr>
          <p:spPr>
            <a:xfrm>
              <a:off x="6396600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4" name="Google Shape;5894;p24"/>
            <p:cNvSpPr/>
            <p:nvPr/>
          </p:nvSpPr>
          <p:spPr>
            <a:xfrm>
              <a:off x="641990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5" name="Google Shape;5895;p24"/>
            <p:cNvSpPr/>
            <p:nvPr/>
          </p:nvSpPr>
          <p:spPr>
            <a:xfrm>
              <a:off x="6443250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6" name="Google Shape;5896;p24"/>
            <p:cNvSpPr/>
            <p:nvPr/>
          </p:nvSpPr>
          <p:spPr>
            <a:xfrm>
              <a:off x="6466550" y="41515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7" name="Google Shape;5897;p24"/>
            <p:cNvSpPr/>
            <p:nvPr/>
          </p:nvSpPr>
          <p:spPr>
            <a:xfrm>
              <a:off x="6487275" y="415157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39" y="1"/>
                    <a:pt x="1" y="337"/>
                    <a:pt x="196" y="534"/>
                  </a:cubicBezTo>
                  <a:cubicBezTo>
                    <a:pt x="260" y="598"/>
                    <a:pt x="338" y="627"/>
                    <a:pt x="415" y="627"/>
                  </a:cubicBezTo>
                  <a:cubicBezTo>
                    <a:pt x="576" y="627"/>
                    <a:pt x="730" y="502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8" name="Google Shape;5898;p24"/>
            <p:cNvSpPr/>
            <p:nvPr/>
          </p:nvSpPr>
          <p:spPr>
            <a:xfrm>
              <a:off x="6513250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9" name="Google Shape;5899;p24"/>
            <p:cNvSpPr/>
            <p:nvPr/>
          </p:nvSpPr>
          <p:spPr>
            <a:xfrm>
              <a:off x="593002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0" name="Google Shape;5900;p24"/>
            <p:cNvSpPr/>
            <p:nvPr/>
          </p:nvSpPr>
          <p:spPr>
            <a:xfrm>
              <a:off x="5953325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1" name="Google Shape;5901;p24"/>
            <p:cNvSpPr/>
            <p:nvPr/>
          </p:nvSpPr>
          <p:spPr>
            <a:xfrm>
              <a:off x="597667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2" name="Google Shape;5902;p24"/>
            <p:cNvSpPr/>
            <p:nvPr/>
          </p:nvSpPr>
          <p:spPr>
            <a:xfrm>
              <a:off x="5999975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0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3" name="Google Shape;5903;p24"/>
            <p:cNvSpPr/>
            <p:nvPr/>
          </p:nvSpPr>
          <p:spPr>
            <a:xfrm>
              <a:off x="602332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4" name="Google Shape;5904;p24"/>
            <p:cNvSpPr/>
            <p:nvPr/>
          </p:nvSpPr>
          <p:spPr>
            <a:xfrm>
              <a:off x="604667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5" name="Google Shape;5905;p24"/>
            <p:cNvSpPr/>
            <p:nvPr/>
          </p:nvSpPr>
          <p:spPr>
            <a:xfrm>
              <a:off x="6067350" y="41315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3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6" name="Google Shape;5906;p24"/>
            <p:cNvSpPr/>
            <p:nvPr/>
          </p:nvSpPr>
          <p:spPr>
            <a:xfrm>
              <a:off x="609332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7" name="Google Shape;5907;p24"/>
            <p:cNvSpPr/>
            <p:nvPr/>
          </p:nvSpPr>
          <p:spPr>
            <a:xfrm>
              <a:off x="611665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8" name="Google Shape;5908;p24"/>
            <p:cNvSpPr/>
            <p:nvPr/>
          </p:nvSpPr>
          <p:spPr>
            <a:xfrm>
              <a:off x="613997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9" name="Google Shape;5909;p24"/>
            <p:cNvSpPr/>
            <p:nvPr/>
          </p:nvSpPr>
          <p:spPr>
            <a:xfrm>
              <a:off x="6160650" y="41315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0" name="Google Shape;5910;p24"/>
            <p:cNvSpPr/>
            <p:nvPr/>
          </p:nvSpPr>
          <p:spPr>
            <a:xfrm>
              <a:off x="618662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1" name="Google Shape;5911;p24"/>
            <p:cNvSpPr/>
            <p:nvPr/>
          </p:nvSpPr>
          <p:spPr>
            <a:xfrm>
              <a:off x="620995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2" name="Google Shape;5912;p24"/>
            <p:cNvSpPr/>
            <p:nvPr/>
          </p:nvSpPr>
          <p:spPr>
            <a:xfrm>
              <a:off x="6233275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3" name="Google Shape;5913;p24"/>
            <p:cNvSpPr/>
            <p:nvPr/>
          </p:nvSpPr>
          <p:spPr>
            <a:xfrm>
              <a:off x="625660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4" name="Google Shape;5914;p24"/>
            <p:cNvSpPr/>
            <p:nvPr/>
          </p:nvSpPr>
          <p:spPr>
            <a:xfrm>
              <a:off x="627995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5" name="Google Shape;5915;p24"/>
            <p:cNvSpPr/>
            <p:nvPr/>
          </p:nvSpPr>
          <p:spPr>
            <a:xfrm>
              <a:off x="630325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6" name="Google Shape;5916;p24"/>
            <p:cNvSpPr/>
            <p:nvPr/>
          </p:nvSpPr>
          <p:spPr>
            <a:xfrm>
              <a:off x="6323950" y="41315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7" name="Google Shape;5917;p24"/>
            <p:cNvSpPr/>
            <p:nvPr/>
          </p:nvSpPr>
          <p:spPr>
            <a:xfrm>
              <a:off x="634990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8" name="Google Shape;5918;p24"/>
            <p:cNvSpPr/>
            <p:nvPr/>
          </p:nvSpPr>
          <p:spPr>
            <a:xfrm>
              <a:off x="637325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9" name="Google Shape;5919;p24"/>
            <p:cNvSpPr/>
            <p:nvPr/>
          </p:nvSpPr>
          <p:spPr>
            <a:xfrm>
              <a:off x="6396600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0" name="Google Shape;5920;p24"/>
            <p:cNvSpPr/>
            <p:nvPr/>
          </p:nvSpPr>
          <p:spPr>
            <a:xfrm>
              <a:off x="641990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1" name="Google Shape;5921;p24"/>
            <p:cNvSpPr/>
            <p:nvPr/>
          </p:nvSpPr>
          <p:spPr>
            <a:xfrm>
              <a:off x="6443250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2" name="Google Shape;5922;p24"/>
            <p:cNvSpPr/>
            <p:nvPr/>
          </p:nvSpPr>
          <p:spPr>
            <a:xfrm>
              <a:off x="6466550" y="413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3" name="Google Shape;5923;p24"/>
            <p:cNvSpPr/>
            <p:nvPr/>
          </p:nvSpPr>
          <p:spPr>
            <a:xfrm>
              <a:off x="6487275" y="41315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7"/>
                    <a:pt x="338" y="626"/>
                    <a:pt x="415" y="626"/>
                  </a:cubicBezTo>
                  <a:cubicBezTo>
                    <a:pt x="576" y="626"/>
                    <a:pt x="730" y="501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4" name="Google Shape;5924;p24"/>
            <p:cNvSpPr/>
            <p:nvPr/>
          </p:nvSpPr>
          <p:spPr>
            <a:xfrm>
              <a:off x="6513250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5" name="Google Shape;5925;p24"/>
            <p:cNvSpPr/>
            <p:nvPr/>
          </p:nvSpPr>
          <p:spPr>
            <a:xfrm>
              <a:off x="593002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6" name="Google Shape;5926;p24"/>
            <p:cNvSpPr/>
            <p:nvPr/>
          </p:nvSpPr>
          <p:spPr>
            <a:xfrm>
              <a:off x="5953325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7" name="Google Shape;5927;p24"/>
            <p:cNvSpPr/>
            <p:nvPr/>
          </p:nvSpPr>
          <p:spPr>
            <a:xfrm>
              <a:off x="597667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8" name="Google Shape;5928;p24"/>
            <p:cNvSpPr/>
            <p:nvPr/>
          </p:nvSpPr>
          <p:spPr>
            <a:xfrm>
              <a:off x="5999975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0"/>
                    <a:pt x="1" y="312"/>
                  </a:cubicBezTo>
                  <a:cubicBezTo>
                    <a:pt x="1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9" name="Google Shape;5929;p24"/>
            <p:cNvSpPr/>
            <p:nvPr/>
          </p:nvSpPr>
          <p:spPr>
            <a:xfrm>
              <a:off x="602332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0" name="Google Shape;5930;p24"/>
            <p:cNvSpPr/>
            <p:nvPr/>
          </p:nvSpPr>
          <p:spPr>
            <a:xfrm>
              <a:off x="604667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2"/>
                  </a:cubicBezTo>
                  <a:cubicBezTo>
                    <a:pt x="0" y="485"/>
                    <a:pt x="139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1" name="Google Shape;5931;p24"/>
            <p:cNvSpPr/>
            <p:nvPr/>
          </p:nvSpPr>
          <p:spPr>
            <a:xfrm>
              <a:off x="6067350" y="41115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2" name="Google Shape;5932;p24"/>
            <p:cNvSpPr/>
            <p:nvPr/>
          </p:nvSpPr>
          <p:spPr>
            <a:xfrm>
              <a:off x="609332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3" name="Google Shape;5933;p24"/>
            <p:cNvSpPr/>
            <p:nvPr/>
          </p:nvSpPr>
          <p:spPr>
            <a:xfrm>
              <a:off x="611665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4" name="Google Shape;5934;p24"/>
            <p:cNvSpPr/>
            <p:nvPr/>
          </p:nvSpPr>
          <p:spPr>
            <a:xfrm>
              <a:off x="613997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5" name="Google Shape;5935;p24"/>
            <p:cNvSpPr/>
            <p:nvPr/>
          </p:nvSpPr>
          <p:spPr>
            <a:xfrm>
              <a:off x="6160650" y="41115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2" y="597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6" name="Google Shape;5936;p24"/>
            <p:cNvSpPr/>
            <p:nvPr/>
          </p:nvSpPr>
          <p:spPr>
            <a:xfrm>
              <a:off x="618662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7" name="Google Shape;5937;p24"/>
            <p:cNvSpPr/>
            <p:nvPr/>
          </p:nvSpPr>
          <p:spPr>
            <a:xfrm>
              <a:off x="620995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8" name="Google Shape;5938;p24"/>
            <p:cNvSpPr/>
            <p:nvPr/>
          </p:nvSpPr>
          <p:spPr>
            <a:xfrm>
              <a:off x="6233275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9" name="Google Shape;5939;p24"/>
            <p:cNvSpPr/>
            <p:nvPr/>
          </p:nvSpPr>
          <p:spPr>
            <a:xfrm>
              <a:off x="625660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0" name="Google Shape;5940;p24"/>
            <p:cNvSpPr/>
            <p:nvPr/>
          </p:nvSpPr>
          <p:spPr>
            <a:xfrm>
              <a:off x="627995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1" name="Google Shape;5941;p24"/>
            <p:cNvSpPr/>
            <p:nvPr/>
          </p:nvSpPr>
          <p:spPr>
            <a:xfrm>
              <a:off x="630325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2" name="Google Shape;5942;p24"/>
            <p:cNvSpPr/>
            <p:nvPr/>
          </p:nvSpPr>
          <p:spPr>
            <a:xfrm>
              <a:off x="6323950" y="41115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3" name="Google Shape;5943;p24"/>
            <p:cNvSpPr/>
            <p:nvPr/>
          </p:nvSpPr>
          <p:spPr>
            <a:xfrm>
              <a:off x="634990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4" name="Google Shape;5944;p24"/>
            <p:cNvSpPr/>
            <p:nvPr/>
          </p:nvSpPr>
          <p:spPr>
            <a:xfrm>
              <a:off x="637325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5" name="Google Shape;5945;p24"/>
            <p:cNvSpPr/>
            <p:nvPr/>
          </p:nvSpPr>
          <p:spPr>
            <a:xfrm>
              <a:off x="6396600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6" name="Google Shape;5946;p24"/>
            <p:cNvSpPr/>
            <p:nvPr/>
          </p:nvSpPr>
          <p:spPr>
            <a:xfrm>
              <a:off x="641990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7" name="Google Shape;5947;p24"/>
            <p:cNvSpPr/>
            <p:nvPr/>
          </p:nvSpPr>
          <p:spPr>
            <a:xfrm>
              <a:off x="6443250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8" name="Google Shape;5948;p24"/>
            <p:cNvSpPr/>
            <p:nvPr/>
          </p:nvSpPr>
          <p:spPr>
            <a:xfrm>
              <a:off x="6466550" y="41115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9" name="Google Shape;5949;p24"/>
            <p:cNvSpPr/>
            <p:nvPr/>
          </p:nvSpPr>
          <p:spPr>
            <a:xfrm>
              <a:off x="6487275" y="41115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7"/>
                    <a:pt x="338" y="626"/>
                    <a:pt x="415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0" name="Google Shape;5950;p24"/>
            <p:cNvSpPr/>
            <p:nvPr/>
          </p:nvSpPr>
          <p:spPr>
            <a:xfrm>
              <a:off x="6513250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1" name="Google Shape;5951;p24"/>
            <p:cNvSpPr/>
            <p:nvPr/>
          </p:nvSpPr>
          <p:spPr>
            <a:xfrm>
              <a:off x="593002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2" name="Google Shape;5952;p24"/>
            <p:cNvSpPr/>
            <p:nvPr/>
          </p:nvSpPr>
          <p:spPr>
            <a:xfrm>
              <a:off x="5953325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3" name="Google Shape;5953;p24"/>
            <p:cNvSpPr/>
            <p:nvPr/>
          </p:nvSpPr>
          <p:spPr>
            <a:xfrm>
              <a:off x="597667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4" name="Google Shape;5954;p24"/>
            <p:cNvSpPr/>
            <p:nvPr/>
          </p:nvSpPr>
          <p:spPr>
            <a:xfrm>
              <a:off x="5999975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5" name="Google Shape;5955;p24"/>
            <p:cNvSpPr/>
            <p:nvPr/>
          </p:nvSpPr>
          <p:spPr>
            <a:xfrm>
              <a:off x="602332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6" name="Google Shape;5956;p24"/>
            <p:cNvSpPr/>
            <p:nvPr/>
          </p:nvSpPr>
          <p:spPr>
            <a:xfrm>
              <a:off x="604667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7" name="Google Shape;5957;p24"/>
            <p:cNvSpPr/>
            <p:nvPr/>
          </p:nvSpPr>
          <p:spPr>
            <a:xfrm>
              <a:off x="6067350" y="40915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8" name="Google Shape;5958;p24"/>
            <p:cNvSpPr/>
            <p:nvPr/>
          </p:nvSpPr>
          <p:spPr>
            <a:xfrm>
              <a:off x="609332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9" name="Google Shape;5959;p24"/>
            <p:cNvSpPr/>
            <p:nvPr/>
          </p:nvSpPr>
          <p:spPr>
            <a:xfrm>
              <a:off x="611665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0" name="Google Shape;5960;p24"/>
            <p:cNvSpPr/>
            <p:nvPr/>
          </p:nvSpPr>
          <p:spPr>
            <a:xfrm>
              <a:off x="613997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1" name="Google Shape;5961;p24"/>
            <p:cNvSpPr/>
            <p:nvPr/>
          </p:nvSpPr>
          <p:spPr>
            <a:xfrm>
              <a:off x="6160650" y="40915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6"/>
                    <a:pt x="417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2" name="Google Shape;5962;p24"/>
            <p:cNvSpPr/>
            <p:nvPr/>
          </p:nvSpPr>
          <p:spPr>
            <a:xfrm>
              <a:off x="618662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3" name="Google Shape;5963;p24"/>
            <p:cNvSpPr/>
            <p:nvPr/>
          </p:nvSpPr>
          <p:spPr>
            <a:xfrm>
              <a:off x="620995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4" name="Google Shape;5964;p24"/>
            <p:cNvSpPr/>
            <p:nvPr/>
          </p:nvSpPr>
          <p:spPr>
            <a:xfrm>
              <a:off x="6233275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5" name="Google Shape;5965;p24"/>
            <p:cNvSpPr/>
            <p:nvPr/>
          </p:nvSpPr>
          <p:spPr>
            <a:xfrm>
              <a:off x="625660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6" name="Google Shape;5966;p24"/>
            <p:cNvSpPr/>
            <p:nvPr/>
          </p:nvSpPr>
          <p:spPr>
            <a:xfrm>
              <a:off x="627995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7" name="Google Shape;5967;p24"/>
            <p:cNvSpPr/>
            <p:nvPr/>
          </p:nvSpPr>
          <p:spPr>
            <a:xfrm>
              <a:off x="630325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8" name="Google Shape;5968;p24"/>
            <p:cNvSpPr/>
            <p:nvPr/>
          </p:nvSpPr>
          <p:spPr>
            <a:xfrm>
              <a:off x="6323950" y="40915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6"/>
                    <a:pt x="416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9" name="Google Shape;5969;p24"/>
            <p:cNvSpPr/>
            <p:nvPr/>
          </p:nvSpPr>
          <p:spPr>
            <a:xfrm>
              <a:off x="634990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0" name="Google Shape;5970;p24"/>
            <p:cNvSpPr/>
            <p:nvPr/>
          </p:nvSpPr>
          <p:spPr>
            <a:xfrm>
              <a:off x="637325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1" name="Google Shape;5971;p24"/>
            <p:cNvSpPr/>
            <p:nvPr/>
          </p:nvSpPr>
          <p:spPr>
            <a:xfrm>
              <a:off x="6396600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2" name="Google Shape;5972;p24"/>
            <p:cNvSpPr/>
            <p:nvPr/>
          </p:nvSpPr>
          <p:spPr>
            <a:xfrm>
              <a:off x="641990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3" name="Google Shape;5973;p24"/>
            <p:cNvSpPr/>
            <p:nvPr/>
          </p:nvSpPr>
          <p:spPr>
            <a:xfrm>
              <a:off x="6443250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4" name="Google Shape;5974;p24"/>
            <p:cNvSpPr/>
            <p:nvPr/>
          </p:nvSpPr>
          <p:spPr>
            <a:xfrm>
              <a:off x="6466550" y="40915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5" name="Google Shape;5975;p24"/>
            <p:cNvSpPr/>
            <p:nvPr/>
          </p:nvSpPr>
          <p:spPr>
            <a:xfrm>
              <a:off x="6487275" y="40915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39" y="1"/>
                    <a:pt x="1" y="337"/>
                    <a:pt x="196" y="534"/>
                  </a:cubicBezTo>
                  <a:cubicBezTo>
                    <a:pt x="260" y="598"/>
                    <a:pt x="338" y="626"/>
                    <a:pt x="415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6" name="Google Shape;5976;p24"/>
            <p:cNvSpPr/>
            <p:nvPr/>
          </p:nvSpPr>
          <p:spPr>
            <a:xfrm>
              <a:off x="6513250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7" name="Google Shape;5977;p24"/>
            <p:cNvSpPr/>
            <p:nvPr/>
          </p:nvSpPr>
          <p:spPr>
            <a:xfrm>
              <a:off x="593002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8" name="Google Shape;5978;p24"/>
            <p:cNvSpPr/>
            <p:nvPr/>
          </p:nvSpPr>
          <p:spPr>
            <a:xfrm>
              <a:off x="5953325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9" name="Google Shape;5979;p24"/>
            <p:cNvSpPr/>
            <p:nvPr/>
          </p:nvSpPr>
          <p:spPr>
            <a:xfrm>
              <a:off x="597667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0" name="Google Shape;5980;p24"/>
            <p:cNvSpPr/>
            <p:nvPr/>
          </p:nvSpPr>
          <p:spPr>
            <a:xfrm>
              <a:off x="5999975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0"/>
                    <a:pt x="1" y="313"/>
                  </a:cubicBezTo>
                  <a:cubicBezTo>
                    <a:pt x="1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1" name="Google Shape;5981;p24"/>
            <p:cNvSpPr/>
            <p:nvPr/>
          </p:nvSpPr>
          <p:spPr>
            <a:xfrm>
              <a:off x="602332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2" name="Google Shape;5982;p24"/>
            <p:cNvSpPr/>
            <p:nvPr/>
          </p:nvSpPr>
          <p:spPr>
            <a:xfrm>
              <a:off x="604667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3"/>
                  </a:cubicBezTo>
                  <a:cubicBezTo>
                    <a:pt x="0" y="485"/>
                    <a:pt x="139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3" name="Google Shape;5983;p24"/>
            <p:cNvSpPr/>
            <p:nvPr/>
          </p:nvSpPr>
          <p:spPr>
            <a:xfrm>
              <a:off x="6067350" y="40715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5"/>
                    <a:pt x="415" y="625"/>
                  </a:cubicBezTo>
                  <a:cubicBezTo>
                    <a:pt x="575" y="625"/>
                    <a:pt x="730" y="501"/>
                    <a:pt x="730" y="313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4" name="Google Shape;5984;p24"/>
            <p:cNvSpPr/>
            <p:nvPr/>
          </p:nvSpPr>
          <p:spPr>
            <a:xfrm>
              <a:off x="609332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5" name="Google Shape;5985;p24"/>
            <p:cNvSpPr/>
            <p:nvPr/>
          </p:nvSpPr>
          <p:spPr>
            <a:xfrm>
              <a:off x="611665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6" name="Google Shape;5986;p24"/>
            <p:cNvSpPr/>
            <p:nvPr/>
          </p:nvSpPr>
          <p:spPr>
            <a:xfrm>
              <a:off x="613997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7" name="Google Shape;5987;p24"/>
            <p:cNvSpPr/>
            <p:nvPr/>
          </p:nvSpPr>
          <p:spPr>
            <a:xfrm>
              <a:off x="6160650" y="40715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8" name="Google Shape;5988;p24"/>
            <p:cNvSpPr/>
            <p:nvPr/>
          </p:nvSpPr>
          <p:spPr>
            <a:xfrm>
              <a:off x="618662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9" name="Google Shape;5989;p24"/>
            <p:cNvSpPr/>
            <p:nvPr/>
          </p:nvSpPr>
          <p:spPr>
            <a:xfrm>
              <a:off x="620995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0" name="Google Shape;5990;p24"/>
            <p:cNvSpPr/>
            <p:nvPr/>
          </p:nvSpPr>
          <p:spPr>
            <a:xfrm>
              <a:off x="6233275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1" name="Google Shape;5991;p24"/>
            <p:cNvSpPr/>
            <p:nvPr/>
          </p:nvSpPr>
          <p:spPr>
            <a:xfrm>
              <a:off x="625660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2" name="Google Shape;5992;p24"/>
            <p:cNvSpPr/>
            <p:nvPr/>
          </p:nvSpPr>
          <p:spPr>
            <a:xfrm>
              <a:off x="627995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3" name="Google Shape;5993;p24"/>
            <p:cNvSpPr/>
            <p:nvPr/>
          </p:nvSpPr>
          <p:spPr>
            <a:xfrm>
              <a:off x="630325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4" name="Google Shape;5994;p24"/>
            <p:cNvSpPr/>
            <p:nvPr/>
          </p:nvSpPr>
          <p:spPr>
            <a:xfrm>
              <a:off x="6323950" y="407155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5" name="Google Shape;5995;p24"/>
            <p:cNvSpPr/>
            <p:nvPr/>
          </p:nvSpPr>
          <p:spPr>
            <a:xfrm>
              <a:off x="634990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6" name="Google Shape;5996;p24"/>
            <p:cNvSpPr/>
            <p:nvPr/>
          </p:nvSpPr>
          <p:spPr>
            <a:xfrm>
              <a:off x="637325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7" name="Google Shape;5997;p24"/>
            <p:cNvSpPr/>
            <p:nvPr/>
          </p:nvSpPr>
          <p:spPr>
            <a:xfrm>
              <a:off x="6396600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8" name="Google Shape;5998;p24"/>
            <p:cNvSpPr/>
            <p:nvPr/>
          </p:nvSpPr>
          <p:spPr>
            <a:xfrm>
              <a:off x="641990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9" name="Google Shape;5999;p24"/>
            <p:cNvSpPr/>
            <p:nvPr/>
          </p:nvSpPr>
          <p:spPr>
            <a:xfrm>
              <a:off x="6443250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0" name="Google Shape;6000;p24"/>
            <p:cNvSpPr/>
            <p:nvPr/>
          </p:nvSpPr>
          <p:spPr>
            <a:xfrm>
              <a:off x="6466550" y="40715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1" name="Google Shape;6001;p24"/>
            <p:cNvSpPr/>
            <p:nvPr/>
          </p:nvSpPr>
          <p:spPr>
            <a:xfrm>
              <a:off x="6487275" y="40715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7"/>
                    <a:pt x="338" y="625"/>
                    <a:pt x="415" y="625"/>
                  </a:cubicBezTo>
                  <a:cubicBezTo>
                    <a:pt x="575" y="625"/>
                    <a:pt x="730" y="501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2" name="Google Shape;6002;p24"/>
            <p:cNvSpPr/>
            <p:nvPr/>
          </p:nvSpPr>
          <p:spPr>
            <a:xfrm>
              <a:off x="6513250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3" name="Google Shape;6003;p24"/>
            <p:cNvSpPr/>
            <p:nvPr/>
          </p:nvSpPr>
          <p:spPr>
            <a:xfrm>
              <a:off x="593002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3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4" name="Google Shape;6004;p24"/>
            <p:cNvSpPr/>
            <p:nvPr/>
          </p:nvSpPr>
          <p:spPr>
            <a:xfrm>
              <a:off x="5953325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5" name="Google Shape;6005;p24"/>
            <p:cNvSpPr/>
            <p:nvPr/>
          </p:nvSpPr>
          <p:spPr>
            <a:xfrm>
              <a:off x="597667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3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6" name="Google Shape;6006;p24"/>
            <p:cNvSpPr/>
            <p:nvPr/>
          </p:nvSpPr>
          <p:spPr>
            <a:xfrm>
              <a:off x="5999975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6"/>
                    <a:pt x="141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7" name="Google Shape;6007;p24"/>
            <p:cNvSpPr/>
            <p:nvPr/>
          </p:nvSpPr>
          <p:spPr>
            <a:xfrm>
              <a:off x="602332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3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8" name="Google Shape;6008;p24"/>
            <p:cNvSpPr/>
            <p:nvPr/>
          </p:nvSpPr>
          <p:spPr>
            <a:xfrm>
              <a:off x="604667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6"/>
                    <a:pt x="312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9" name="Google Shape;6009;p24"/>
            <p:cNvSpPr/>
            <p:nvPr/>
          </p:nvSpPr>
          <p:spPr>
            <a:xfrm>
              <a:off x="6067350" y="405152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40" y="1"/>
                    <a:pt x="1" y="336"/>
                    <a:pt x="198" y="533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6" y="625"/>
                    <a:pt x="730" y="501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0" name="Google Shape;6010;p24"/>
            <p:cNvSpPr/>
            <p:nvPr/>
          </p:nvSpPr>
          <p:spPr>
            <a:xfrm>
              <a:off x="609332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2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1" name="Google Shape;6011;p24"/>
            <p:cNvSpPr/>
            <p:nvPr/>
          </p:nvSpPr>
          <p:spPr>
            <a:xfrm>
              <a:off x="611665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4" y="626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2" name="Google Shape;6012;p24"/>
            <p:cNvSpPr/>
            <p:nvPr/>
          </p:nvSpPr>
          <p:spPr>
            <a:xfrm>
              <a:off x="613997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2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3" name="Google Shape;6013;p24"/>
            <p:cNvSpPr/>
            <p:nvPr/>
          </p:nvSpPr>
          <p:spPr>
            <a:xfrm>
              <a:off x="6160650" y="405152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6"/>
                    <a:pt x="198" y="533"/>
                  </a:cubicBezTo>
                  <a:cubicBezTo>
                    <a:pt x="262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4" name="Google Shape;6014;p24"/>
            <p:cNvSpPr/>
            <p:nvPr/>
          </p:nvSpPr>
          <p:spPr>
            <a:xfrm>
              <a:off x="618662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2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5" name="Google Shape;6015;p24"/>
            <p:cNvSpPr/>
            <p:nvPr/>
          </p:nvSpPr>
          <p:spPr>
            <a:xfrm>
              <a:off x="620995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6" name="Google Shape;6016;p24"/>
            <p:cNvSpPr/>
            <p:nvPr/>
          </p:nvSpPr>
          <p:spPr>
            <a:xfrm>
              <a:off x="6233275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6"/>
                    <a:pt x="312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7" name="Google Shape;6017;p24"/>
            <p:cNvSpPr/>
            <p:nvPr/>
          </p:nvSpPr>
          <p:spPr>
            <a:xfrm>
              <a:off x="625660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8" name="Google Shape;6018;p24"/>
            <p:cNvSpPr/>
            <p:nvPr/>
          </p:nvSpPr>
          <p:spPr>
            <a:xfrm>
              <a:off x="627995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4" y="626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9" name="Google Shape;6019;p24"/>
            <p:cNvSpPr/>
            <p:nvPr/>
          </p:nvSpPr>
          <p:spPr>
            <a:xfrm>
              <a:off x="630325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0" name="Google Shape;6020;p24"/>
            <p:cNvSpPr/>
            <p:nvPr/>
          </p:nvSpPr>
          <p:spPr>
            <a:xfrm>
              <a:off x="6323950" y="405152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22" y="1"/>
                  </a:moveTo>
                  <a:cubicBezTo>
                    <a:pt x="421" y="1"/>
                    <a:pt x="420" y="1"/>
                    <a:pt x="419" y="1"/>
                  </a:cubicBezTo>
                  <a:cubicBezTo>
                    <a:pt x="418" y="1"/>
                    <a:pt x="418" y="1"/>
                    <a:pt x="417" y="1"/>
                  </a:cubicBezTo>
                  <a:cubicBezTo>
                    <a:pt x="139" y="1"/>
                    <a:pt x="1" y="336"/>
                    <a:pt x="198" y="533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1"/>
                    <a:pt x="593" y="1"/>
                    <a:pt x="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1" name="Google Shape;6021;p24"/>
            <p:cNvSpPr/>
            <p:nvPr/>
          </p:nvSpPr>
          <p:spPr>
            <a:xfrm>
              <a:off x="634990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2" name="Google Shape;6022;p24"/>
            <p:cNvSpPr/>
            <p:nvPr/>
          </p:nvSpPr>
          <p:spPr>
            <a:xfrm>
              <a:off x="637325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3" name="Google Shape;6023;p24"/>
            <p:cNvSpPr/>
            <p:nvPr/>
          </p:nvSpPr>
          <p:spPr>
            <a:xfrm>
              <a:off x="6396600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3" y="626"/>
                  </a:cubicBezTo>
                  <a:cubicBezTo>
                    <a:pt x="484" y="626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4" name="Google Shape;6024;p24"/>
            <p:cNvSpPr/>
            <p:nvPr/>
          </p:nvSpPr>
          <p:spPr>
            <a:xfrm>
              <a:off x="641990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5" name="Google Shape;6025;p24"/>
            <p:cNvSpPr/>
            <p:nvPr/>
          </p:nvSpPr>
          <p:spPr>
            <a:xfrm>
              <a:off x="6443250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3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6" name="Google Shape;6026;p24"/>
            <p:cNvSpPr/>
            <p:nvPr/>
          </p:nvSpPr>
          <p:spPr>
            <a:xfrm>
              <a:off x="6466550" y="405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7" name="Google Shape;6027;p24"/>
            <p:cNvSpPr/>
            <p:nvPr/>
          </p:nvSpPr>
          <p:spPr>
            <a:xfrm>
              <a:off x="6487275" y="405152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39" y="1"/>
                    <a:pt x="1" y="336"/>
                    <a:pt x="196" y="533"/>
                  </a:cubicBezTo>
                  <a:cubicBezTo>
                    <a:pt x="260" y="597"/>
                    <a:pt x="339" y="625"/>
                    <a:pt x="415" y="625"/>
                  </a:cubicBezTo>
                  <a:cubicBezTo>
                    <a:pt x="576" y="625"/>
                    <a:pt x="730" y="501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8" name="Google Shape;6028;p24"/>
            <p:cNvSpPr/>
            <p:nvPr/>
          </p:nvSpPr>
          <p:spPr>
            <a:xfrm>
              <a:off x="6513250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2" y="626"/>
                  </a:cubicBezTo>
                  <a:cubicBezTo>
                    <a:pt x="484" y="626"/>
                    <a:pt x="625" y="486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9" name="Google Shape;6029;p24"/>
            <p:cNvSpPr/>
            <p:nvPr/>
          </p:nvSpPr>
          <p:spPr>
            <a:xfrm>
              <a:off x="5953325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0" name="Google Shape;6030;p24"/>
            <p:cNvSpPr/>
            <p:nvPr/>
          </p:nvSpPr>
          <p:spPr>
            <a:xfrm>
              <a:off x="597667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1" name="Google Shape;6031;p24"/>
            <p:cNvSpPr/>
            <p:nvPr/>
          </p:nvSpPr>
          <p:spPr>
            <a:xfrm>
              <a:off x="593002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2" name="Google Shape;6032;p24"/>
            <p:cNvSpPr/>
            <p:nvPr/>
          </p:nvSpPr>
          <p:spPr>
            <a:xfrm>
              <a:off x="5999975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3" name="Google Shape;6033;p24"/>
            <p:cNvSpPr/>
            <p:nvPr/>
          </p:nvSpPr>
          <p:spPr>
            <a:xfrm>
              <a:off x="602332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4" name="Google Shape;6034;p24"/>
            <p:cNvSpPr/>
            <p:nvPr/>
          </p:nvSpPr>
          <p:spPr>
            <a:xfrm>
              <a:off x="604667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5" name="Google Shape;6035;p24"/>
            <p:cNvSpPr/>
            <p:nvPr/>
          </p:nvSpPr>
          <p:spPr>
            <a:xfrm>
              <a:off x="6067350" y="403152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6" name="Google Shape;6036;p24"/>
            <p:cNvSpPr/>
            <p:nvPr/>
          </p:nvSpPr>
          <p:spPr>
            <a:xfrm>
              <a:off x="609332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7" name="Google Shape;6037;p24"/>
            <p:cNvSpPr/>
            <p:nvPr/>
          </p:nvSpPr>
          <p:spPr>
            <a:xfrm>
              <a:off x="611665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8" name="Google Shape;6038;p24"/>
            <p:cNvSpPr/>
            <p:nvPr/>
          </p:nvSpPr>
          <p:spPr>
            <a:xfrm>
              <a:off x="613997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9" name="Google Shape;6039;p24"/>
            <p:cNvSpPr/>
            <p:nvPr/>
          </p:nvSpPr>
          <p:spPr>
            <a:xfrm>
              <a:off x="6160650" y="403152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2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0" name="Google Shape;6040;p24"/>
            <p:cNvSpPr/>
            <p:nvPr/>
          </p:nvSpPr>
          <p:spPr>
            <a:xfrm>
              <a:off x="618662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1" name="Google Shape;6041;p24"/>
            <p:cNvSpPr/>
            <p:nvPr/>
          </p:nvSpPr>
          <p:spPr>
            <a:xfrm>
              <a:off x="620995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2" name="Google Shape;6042;p24"/>
            <p:cNvSpPr/>
            <p:nvPr/>
          </p:nvSpPr>
          <p:spPr>
            <a:xfrm>
              <a:off x="6233275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3" name="Google Shape;6043;p24"/>
            <p:cNvSpPr/>
            <p:nvPr/>
          </p:nvSpPr>
          <p:spPr>
            <a:xfrm>
              <a:off x="625660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4" name="Google Shape;6044;p24"/>
            <p:cNvSpPr/>
            <p:nvPr/>
          </p:nvSpPr>
          <p:spPr>
            <a:xfrm>
              <a:off x="627995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5" name="Google Shape;6045;p24"/>
            <p:cNvSpPr/>
            <p:nvPr/>
          </p:nvSpPr>
          <p:spPr>
            <a:xfrm>
              <a:off x="630325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6" name="Google Shape;6046;p24"/>
            <p:cNvSpPr/>
            <p:nvPr/>
          </p:nvSpPr>
          <p:spPr>
            <a:xfrm>
              <a:off x="6323950" y="403152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7" name="Google Shape;6047;p24"/>
            <p:cNvSpPr/>
            <p:nvPr/>
          </p:nvSpPr>
          <p:spPr>
            <a:xfrm>
              <a:off x="634990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8" name="Google Shape;6048;p24"/>
            <p:cNvSpPr/>
            <p:nvPr/>
          </p:nvSpPr>
          <p:spPr>
            <a:xfrm>
              <a:off x="637325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9" name="Google Shape;6049;p24"/>
            <p:cNvSpPr/>
            <p:nvPr/>
          </p:nvSpPr>
          <p:spPr>
            <a:xfrm>
              <a:off x="6396600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0" name="Google Shape;6050;p24"/>
            <p:cNvSpPr/>
            <p:nvPr/>
          </p:nvSpPr>
          <p:spPr>
            <a:xfrm>
              <a:off x="641990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1" name="Google Shape;6051;p24"/>
            <p:cNvSpPr/>
            <p:nvPr/>
          </p:nvSpPr>
          <p:spPr>
            <a:xfrm>
              <a:off x="6443250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2" name="Google Shape;6052;p24"/>
            <p:cNvSpPr/>
            <p:nvPr/>
          </p:nvSpPr>
          <p:spPr>
            <a:xfrm>
              <a:off x="6466550" y="40315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3" name="Google Shape;6053;p24"/>
            <p:cNvSpPr/>
            <p:nvPr/>
          </p:nvSpPr>
          <p:spPr>
            <a:xfrm>
              <a:off x="6487275" y="403152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1"/>
                  </a:moveTo>
                  <a:cubicBezTo>
                    <a:pt x="139" y="1"/>
                    <a:pt x="1" y="337"/>
                    <a:pt x="196" y="533"/>
                  </a:cubicBezTo>
                  <a:cubicBezTo>
                    <a:pt x="260" y="596"/>
                    <a:pt x="339" y="625"/>
                    <a:pt x="415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4" name="Google Shape;6054;p24"/>
            <p:cNvSpPr/>
            <p:nvPr/>
          </p:nvSpPr>
          <p:spPr>
            <a:xfrm>
              <a:off x="6513250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5" name="Google Shape;6055;p24"/>
            <p:cNvSpPr/>
            <p:nvPr/>
          </p:nvSpPr>
          <p:spPr>
            <a:xfrm>
              <a:off x="5953325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6" name="Google Shape;6056;p24"/>
            <p:cNvSpPr/>
            <p:nvPr/>
          </p:nvSpPr>
          <p:spPr>
            <a:xfrm>
              <a:off x="597667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7" name="Google Shape;6057;p24"/>
            <p:cNvSpPr/>
            <p:nvPr/>
          </p:nvSpPr>
          <p:spPr>
            <a:xfrm>
              <a:off x="5999975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0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8" name="Google Shape;6058;p24"/>
            <p:cNvSpPr/>
            <p:nvPr/>
          </p:nvSpPr>
          <p:spPr>
            <a:xfrm>
              <a:off x="602332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9" name="Google Shape;6059;p24"/>
            <p:cNvSpPr/>
            <p:nvPr/>
          </p:nvSpPr>
          <p:spPr>
            <a:xfrm>
              <a:off x="604667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0" name="Google Shape;6060;p24"/>
            <p:cNvSpPr/>
            <p:nvPr/>
          </p:nvSpPr>
          <p:spPr>
            <a:xfrm>
              <a:off x="6067350" y="401152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1" name="Google Shape;6061;p24"/>
            <p:cNvSpPr/>
            <p:nvPr/>
          </p:nvSpPr>
          <p:spPr>
            <a:xfrm>
              <a:off x="609332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2" name="Google Shape;6062;p24"/>
            <p:cNvSpPr/>
            <p:nvPr/>
          </p:nvSpPr>
          <p:spPr>
            <a:xfrm>
              <a:off x="611665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3" name="Google Shape;6063;p24"/>
            <p:cNvSpPr/>
            <p:nvPr/>
          </p:nvSpPr>
          <p:spPr>
            <a:xfrm>
              <a:off x="613997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4" name="Google Shape;6064;p24"/>
            <p:cNvSpPr/>
            <p:nvPr/>
          </p:nvSpPr>
          <p:spPr>
            <a:xfrm>
              <a:off x="6160650" y="401152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2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5" name="Google Shape;6065;p24"/>
            <p:cNvSpPr/>
            <p:nvPr/>
          </p:nvSpPr>
          <p:spPr>
            <a:xfrm>
              <a:off x="618662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6" name="Google Shape;6066;p24"/>
            <p:cNvSpPr/>
            <p:nvPr/>
          </p:nvSpPr>
          <p:spPr>
            <a:xfrm>
              <a:off x="620995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7" name="Google Shape;6067;p24"/>
            <p:cNvSpPr/>
            <p:nvPr/>
          </p:nvSpPr>
          <p:spPr>
            <a:xfrm>
              <a:off x="6233275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8" name="Google Shape;6068;p24"/>
            <p:cNvSpPr/>
            <p:nvPr/>
          </p:nvSpPr>
          <p:spPr>
            <a:xfrm>
              <a:off x="625660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9" name="Google Shape;6069;p24"/>
            <p:cNvSpPr/>
            <p:nvPr/>
          </p:nvSpPr>
          <p:spPr>
            <a:xfrm>
              <a:off x="627995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0" name="Google Shape;6070;p24"/>
            <p:cNvSpPr/>
            <p:nvPr/>
          </p:nvSpPr>
          <p:spPr>
            <a:xfrm>
              <a:off x="630325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1" name="Google Shape;6071;p24"/>
            <p:cNvSpPr/>
            <p:nvPr/>
          </p:nvSpPr>
          <p:spPr>
            <a:xfrm>
              <a:off x="6323950" y="401152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2" name="Google Shape;6072;p24"/>
            <p:cNvSpPr/>
            <p:nvPr/>
          </p:nvSpPr>
          <p:spPr>
            <a:xfrm>
              <a:off x="634990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3" name="Google Shape;6073;p24"/>
            <p:cNvSpPr/>
            <p:nvPr/>
          </p:nvSpPr>
          <p:spPr>
            <a:xfrm>
              <a:off x="637325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4" name="Google Shape;6074;p24"/>
            <p:cNvSpPr/>
            <p:nvPr/>
          </p:nvSpPr>
          <p:spPr>
            <a:xfrm>
              <a:off x="6396600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5" name="Google Shape;6075;p24"/>
            <p:cNvSpPr/>
            <p:nvPr/>
          </p:nvSpPr>
          <p:spPr>
            <a:xfrm>
              <a:off x="641990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6" name="Google Shape;6076;p24"/>
            <p:cNvSpPr/>
            <p:nvPr/>
          </p:nvSpPr>
          <p:spPr>
            <a:xfrm>
              <a:off x="6443250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7" name="Google Shape;6077;p24"/>
            <p:cNvSpPr/>
            <p:nvPr/>
          </p:nvSpPr>
          <p:spPr>
            <a:xfrm>
              <a:off x="6466550" y="40115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8" name="Google Shape;6078;p24"/>
            <p:cNvSpPr/>
            <p:nvPr/>
          </p:nvSpPr>
          <p:spPr>
            <a:xfrm>
              <a:off x="6487275" y="401152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39" y="0"/>
                    <a:pt x="1" y="337"/>
                    <a:pt x="196" y="532"/>
                  </a:cubicBezTo>
                  <a:cubicBezTo>
                    <a:pt x="260" y="596"/>
                    <a:pt x="339" y="625"/>
                    <a:pt x="415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9" name="Google Shape;6079;p24"/>
            <p:cNvSpPr/>
            <p:nvPr/>
          </p:nvSpPr>
          <p:spPr>
            <a:xfrm>
              <a:off x="6513250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0" name="Google Shape;6080;p24"/>
            <p:cNvSpPr/>
            <p:nvPr/>
          </p:nvSpPr>
          <p:spPr>
            <a:xfrm>
              <a:off x="5953325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1" name="Google Shape;6081;p24"/>
            <p:cNvSpPr/>
            <p:nvPr/>
          </p:nvSpPr>
          <p:spPr>
            <a:xfrm>
              <a:off x="597667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2" name="Google Shape;6082;p24"/>
            <p:cNvSpPr/>
            <p:nvPr/>
          </p:nvSpPr>
          <p:spPr>
            <a:xfrm>
              <a:off x="5999975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3" name="Google Shape;6083;p24"/>
            <p:cNvSpPr/>
            <p:nvPr/>
          </p:nvSpPr>
          <p:spPr>
            <a:xfrm>
              <a:off x="602332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4" name="Google Shape;6084;p24"/>
            <p:cNvSpPr/>
            <p:nvPr/>
          </p:nvSpPr>
          <p:spPr>
            <a:xfrm>
              <a:off x="604667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5" name="Google Shape;6085;p24"/>
            <p:cNvSpPr/>
            <p:nvPr/>
          </p:nvSpPr>
          <p:spPr>
            <a:xfrm>
              <a:off x="6067350" y="399150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6" y="625"/>
                    <a:pt x="730" y="501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6" name="Google Shape;6086;p24"/>
            <p:cNvSpPr/>
            <p:nvPr/>
          </p:nvSpPr>
          <p:spPr>
            <a:xfrm>
              <a:off x="609332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7" name="Google Shape;6087;p24"/>
            <p:cNvSpPr/>
            <p:nvPr/>
          </p:nvSpPr>
          <p:spPr>
            <a:xfrm>
              <a:off x="611665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8" name="Google Shape;6088;p24"/>
            <p:cNvSpPr/>
            <p:nvPr/>
          </p:nvSpPr>
          <p:spPr>
            <a:xfrm>
              <a:off x="613997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9" name="Google Shape;6089;p24"/>
            <p:cNvSpPr/>
            <p:nvPr/>
          </p:nvSpPr>
          <p:spPr>
            <a:xfrm>
              <a:off x="6160650" y="39915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2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0" name="Google Shape;6090;p24"/>
            <p:cNvSpPr/>
            <p:nvPr/>
          </p:nvSpPr>
          <p:spPr>
            <a:xfrm>
              <a:off x="618662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1" name="Google Shape;6091;p24"/>
            <p:cNvSpPr/>
            <p:nvPr/>
          </p:nvSpPr>
          <p:spPr>
            <a:xfrm>
              <a:off x="620995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2" name="Google Shape;6092;p24"/>
            <p:cNvSpPr/>
            <p:nvPr/>
          </p:nvSpPr>
          <p:spPr>
            <a:xfrm>
              <a:off x="6233275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3" name="Google Shape;6093;p24"/>
            <p:cNvSpPr/>
            <p:nvPr/>
          </p:nvSpPr>
          <p:spPr>
            <a:xfrm>
              <a:off x="625660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4" name="Google Shape;6094;p24"/>
            <p:cNvSpPr/>
            <p:nvPr/>
          </p:nvSpPr>
          <p:spPr>
            <a:xfrm>
              <a:off x="627995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5" name="Google Shape;6095;p24"/>
            <p:cNvSpPr/>
            <p:nvPr/>
          </p:nvSpPr>
          <p:spPr>
            <a:xfrm>
              <a:off x="630325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6" name="Google Shape;6096;p24"/>
            <p:cNvSpPr/>
            <p:nvPr/>
          </p:nvSpPr>
          <p:spPr>
            <a:xfrm>
              <a:off x="6323950" y="39915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6"/>
                    <a:pt x="198" y="533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7" name="Google Shape;6097;p24"/>
            <p:cNvSpPr/>
            <p:nvPr/>
          </p:nvSpPr>
          <p:spPr>
            <a:xfrm>
              <a:off x="634990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8" name="Google Shape;6098;p24"/>
            <p:cNvSpPr/>
            <p:nvPr/>
          </p:nvSpPr>
          <p:spPr>
            <a:xfrm>
              <a:off x="637325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9" name="Google Shape;6099;p24"/>
            <p:cNvSpPr/>
            <p:nvPr/>
          </p:nvSpPr>
          <p:spPr>
            <a:xfrm>
              <a:off x="6396600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0" name="Google Shape;6100;p24"/>
            <p:cNvSpPr/>
            <p:nvPr/>
          </p:nvSpPr>
          <p:spPr>
            <a:xfrm>
              <a:off x="641990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1" name="Google Shape;6101;p24"/>
            <p:cNvSpPr/>
            <p:nvPr/>
          </p:nvSpPr>
          <p:spPr>
            <a:xfrm>
              <a:off x="6443250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2" name="Google Shape;6102;p24"/>
            <p:cNvSpPr/>
            <p:nvPr/>
          </p:nvSpPr>
          <p:spPr>
            <a:xfrm>
              <a:off x="6466550" y="399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3" name="Google Shape;6103;p24"/>
            <p:cNvSpPr/>
            <p:nvPr/>
          </p:nvSpPr>
          <p:spPr>
            <a:xfrm>
              <a:off x="6487275" y="399150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39" y="1"/>
                    <a:pt x="1" y="337"/>
                    <a:pt x="196" y="533"/>
                  </a:cubicBezTo>
                  <a:cubicBezTo>
                    <a:pt x="260" y="597"/>
                    <a:pt x="339" y="625"/>
                    <a:pt x="415" y="625"/>
                  </a:cubicBezTo>
                  <a:cubicBezTo>
                    <a:pt x="576" y="625"/>
                    <a:pt x="730" y="501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4" name="Google Shape;6104;p24"/>
            <p:cNvSpPr/>
            <p:nvPr/>
          </p:nvSpPr>
          <p:spPr>
            <a:xfrm>
              <a:off x="6513250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5" name="Google Shape;6105;p24"/>
            <p:cNvSpPr/>
            <p:nvPr/>
          </p:nvSpPr>
          <p:spPr>
            <a:xfrm>
              <a:off x="5953325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6" name="Google Shape;6106;p24"/>
            <p:cNvSpPr/>
            <p:nvPr/>
          </p:nvSpPr>
          <p:spPr>
            <a:xfrm>
              <a:off x="597667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7" name="Google Shape;6107;p24"/>
            <p:cNvSpPr/>
            <p:nvPr/>
          </p:nvSpPr>
          <p:spPr>
            <a:xfrm>
              <a:off x="5999975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8" name="Google Shape;6108;p24"/>
            <p:cNvSpPr/>
            <p:nvPr/>
          </p:nvSpPr>
          <p:spPr>
            <a:xfrm>
              <a:off x="602332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9" name="Google Shape;6109;p24"/>
            <p:cNvSpPr/>
            <p:nvPr/>
          </p:nvSpPr>
          <p:spPr>
            <a:xfrm>
              <a:off x="604667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0" name="Google Shape;6110;p24"/>
            <p:cNvSpPr/>
            <p:nvPr/>
          </p:nvSpPr>
          <p:spPr>
            <a:xfrm>
              <a:off x="6067350" y="39714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5"/>
                    <a:pt x="416" y="625"/>
                  </a:cubicBezTo>
                  <a:cubicBezTo>
                    <a:pt x="576" y="625"/>
                    <a:pt x="730" y="501"/>
                    <a:pt x="730" y="312"/>
                  </a:cubicBezTo>
                  <a:cubicBezTo>
                    <a:pt x="730" y="139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1" name="Google Shape;6111;p24"/>
            <p:cNvSpPr/>
            <p:nvPr/>
          </p:nvSpPr>
          <p:spPr>
            <a:xfrm>
              <a:off x="609332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2" name="Google Shape;6112;p24"/>
            <p:cNvSpPr/>
            <p:nvPr/>
          </p:nvSpPr>
          <p:spPr>
            <a:xfrm>
              <a:off x="611665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3" name="Google Shape;6113;p24"/>
            <p:cNvSpPr/>
            <p:nvPr/>
          </p:nvSpPr>
          <p:spPr>
            <a:xfrm>
              <a:off x="613997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4" name="Google Shape;6114;p24"/>
            <p:cNvSpPr/>
            <p:nvPr/>
          </p:nvSpPr>
          <p:spPr>
            <a:xfrm>
              <a:off x="6160650" y="39714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2"/>
                  </a:cubicBezTo>
                  <a:cubicBezTo>
                    <a:pt x="731" y="139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5" name="Google Shape;6115;p24"/>
            <p:cNvSpPr/>
            <p:nvPr/>
          </p:nvSpPr>
          <p:spPr>
            <a:xfrm>
              <a:off x="618662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6" name="Google Shape;6116;p24"/>
            <p:cNvSpPr/>
            <p:nvPr/>
          </p:nvSpPr>
          <p:spPr>
            <a:xfrm>
              <a:off x="620995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7" name="Google Shape;6117;p24"/>
            <p:cNvSpPr/>
            <p:nvPr/>
          </p:nvSpPr>
          <p:spPr>
            <a:xfrm>
              <a:off x="6233275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8" name="Google Shape;6118;p24"/>
            <p:cNvSpPr/>
            <p:nvPr/>
          </p:nvSpPr>
          <p:spPr>
            <a:xfrm>
              <a:off x="625660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9" name="Google Shape;6119;p24"/>
            <p:cNvSpPr/>
            <p:nvPr/>
          </p:nvSpPr>
          <p:spPr>
            <a:xfrm>
              <a:off x="627995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0" name="Google Shape;6120;p24"/>
            <p:cNvSpPr/>
            <p:nvPr/>
          </p:nvSpPr>
          <p:spPr>
            <a:xfrm>
              <a:off x="630325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1" name="Google Shape;6121;p24"/>
            <p:cNvSpPr/>
            <p:nvPr/>
          </p:nvSpPr>
          <p:spPr>
            <a:xfrm>
              <a:off x="6323950" y="39714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5"/>
                    <a:pt x="416" y="625"/>
                  </a:cubicBezTo>
                  <a:cubicBezTo>
                    <a:pt x="577" y="625"/>
                    <a:pt x="731" y="501"/>
                    <a:pt x="731" y="312"/>
                  </a:cubicBezTo>
                  <a:cubicBezTo>
                    <a:pt x="731" y="139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2" name="Google Shape;6122;p24"/>
            <p:cNvSpPr/>
            <p:nvPr/>
          </p:nvSpPr>
          <p:spPr>
            <a:xfrm>
              <a:off x="634990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3" name="Google Shape;6123;p24"/>
            <p:cNvSpPr/>
            <p:nvPr/>
          </p:nvSpPr>
          <p:spPr>
            <a:xfrm>
              <a:off x="637325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4" name="Google Shape;6124;p24"/>
            <p:cNvSpPr/>
            <p:nvPr/>
          </p:nvSpPr>
          <p:spPr>
            <a:xfrm>
              <a:off x="6396600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5" name="Google Shape;6125;p24"/>
            <p:cNvSpPr/>
            <p:nvPr/>
          </p:nvSpPr>
          <p:spPr>
            <a:xfrm>
              <a:off x="641990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6" name="Google Shape;6126;p24"/>
            <p:cNvSpPr/>
            <p:nvPr/>
          </p:nvSpPr>
          <p:spPr>
            <a:xfrm>
              <a:off x="6443250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7" name="Google Shape;6127;p24"/>
            <p:cNvSpPr/>
            <p:nvPr/>
          </p:nvSpPr>
          <p:spPr>
            <a:xfrm>
              <a:off x="6466550" y="39715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8" name="Google Shape;6128;p24"/>
            <p:cNvSpPr/>
            <p:nvPr/>
          </p:nvSpPr>
          <p:spPr>
            <a:xfrm>
              <a:off x="6487275" y="39714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7"/>
                    <a:pt x="338" y="625"/>
                    <a:pt x="415" y="625"/>
                  </a:cubicBezTo>
                  <a:cubicBezTo>
                    <a:pt x="576" y="625"/>
                    <a:pt x="730" y="501"/>
                    <a:pt x="730" y="312"/>
                  </a:cubicBezTo>
                  <a:cubicBezTo>
                    <a:pt x="730" y="139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9" name="Google Shape;6129;p24"/>
            <p:cNvSpPr/>
            <p:nvPr/>
          </p:nvSpPr>
          <p:spPr>
            <a:xfrm>
              <a:off x="6513250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0" name="Google Shape;6130;p24"/>
            <p:cNvSpPr/>
            <p:nvPr/>
          </p:nvSpPr>
          <p:spPr>
            <a:xfrm>
              <a:off x="597667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1" name="Google Shape;6131;p24"/>
            <p:cNvSpPr/>
            <p:nvPr/>
          </p:nvSpPr>
          <p:spPr>
            <a:xfrm>
              <a:off x="5999975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2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2" name="Google Shape;6132;p24"/>
            <p:cNvSpPr/>
            <p:nvPr/>
          </p:nvSpPr>
          <p:spPr>
            <a:xfrm>
              <a:off x="602332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3" name="Google Shape;6133;p24"/>
            <p:cNvSpPr/>
            <p:nvPr/>
          </p:nvSpPr>
          <p:spPr>
            <a:xfrm>
              <a:off x="604667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2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4" name="Google Shape;6134;p24"/>
            <p:cNvSpPr/>
            <p:nvPr/>
          </p:nvSpPr>
          <p:spPr>
            <a:xfrm>
              <a:off x="6067350" y="3951500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40" y="0"/>
                    <a:pt x="1" y="335"/>
                    <a:pt x="198" y="532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2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5" name="Google Shape;6135;p24"/>
            <p:cNvSpPr/>
            <p:nvPr/>
          </p:nvSpPr>
          <p:spPr>
            <a:xfrm>
              <a:off x="609332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6" name="Google Shape;6136;p24"/>
            <p:cNvSpPr/>
            <p:nvPr/>
          </p:nvSpPr>
          <p:spPr>
            <a:xfrm>
              <a:off x="611665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7" name="Google Shape;6137;p24"/>
            <p:cNvSpPr/>
            <p:nvPr/>
          </p:nvSpPr>
          <p:spPr>
            <a:xfrm>
              <a:off x="613997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8" name="Google Shape;6138;p24"/>
            <p:cNvSpPr/>
            <p:nvPr/>
          </p:nvSpPr>
          <p:spPr>
            <a:xfrm>
              <a:off x="6160650" y="395150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5"/>
                    <a:pt x="198" y="532"/>
                  </a:cubicBezTo>
                  <a:cubicBezTo>
                    <a:pt x="262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2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9" name="Google Shape;6139;p24"/>
            <p:cNvSpPr/>
            <p:nvPr/>
          </p:nvSpPr>
          <p:spPr>
            <a:xfrm>
              <a:off x="618662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0" name="Google Shape;6140;p24"/>
            <p:cNvSpPr/>
            <p:nvPr/>
          </p:nvSpPr>
          <p:spPr>
            <a:xfrm>
              <a:off x="620995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1" name="Google Shape;6141;p24"/>
            <p:cNvSpPr/>
            <p:nvPr/>
          </p:nvSpPr>
          <p:spPr>
            <a:xfrm>
              <a:off x="6233275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2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2" name="Google Shape;6142;p24"/>
            <p:cNvSpPr/>
            <p:nvPr/>
          </p:nvSpPr>
          <p:spPr>
            <a:xfrm>
              <a:off x="625660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3" name="Google Shape;6143;p24"/>
            <p:cNvSpPr/>
            <p:nvPr/>
          </p:nvSpPr>
          <p:spPr>
            <a:xfrm>
              <a:off x="627995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4" name="Google Shape;6144;p24"/>
            <p:cNvSpPr/>
            <p:nvPr/>
          </p:nvSpPr>
          <p:spPr>
            <a:xfrm>
              <a:off x="630325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5" name="Google Shape;6145;p24"/>
            <p:cNvSpPr/>
            <p:nvPr/>
          </p:nvSpPr>
          <p:spPr>
            <a:xfrm>
              <a:off x="6323950" y="3951500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22" y="0"/>
                  </a:moveTo>
                  <a:cubicBezTo>
                    <a:pt x="421" y="0"/>
                    <a:pt x="420" y="0"/>
                    <a:pt x="419" y="0"/>
                  </a:cubicBezTo>
                  <a:cubicBezTo>
                    <a:pt x="418" y="0"/>
                    <a:pt x="418" y="0"/>
                    <a:pt x="417" y="0"/>
                  </a:cubicBezTo>
                  <a:cubicBezTo>
                    <a:pt x="139" y="0"/>
                    <a:pt x="1" y="336"/>
                    <a:pt x="198" y="532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2"/>
                  </a:cubicBezTo>
                  <a:cubicBezTo>
                    <a:pt x="731" y="141"/>
                    <a:pt x="593" y="0"/>
                    <a:pt x="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6" name="Google Shape;6146;p24"/>
            <p:cNvSpPr/>
            <p:nvPr/>
          </p:nvSpPr>
          <p:spPr>
            <a:xfrm>
              <a:off x="634990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2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7" name="Google Shape;6147;p24"/>
            <p:cNvSpPr/>
            <p:nvPr/>
          </p:nvSpPr>
          <p:spPr>
            <a:xfrm>
              <a:off x="637325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8" name="Google Shape;6148;p24"/>
            <p:cNvSpPr/>
            <p:nvPr/>
          </p:nvSpPr>
          <p:spPr>
            <a:xfrm>
              <a:off x="6396600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9" name="Google Shape;6149;p24"/>
            <p:cNvSpPr/>
            <p:nvPr/>
          </p:nvSpPr>
          <p:spPr>
            <a:xfrm>
              <a:off x="641990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0" name="Google Shape;6150;p24"/>
            <p:cNvSpPr/>
            <p:nvPr/>
          </p:nvSpPr>
          <p:spPr>
            <a:xfrm>
              <a:off x="6443250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1" name="Google Shape;6151;p24"/>
            <p:cNvSpPr/>
            <p:nvPr/>
          </p:nvSpPr>
          <p:spPr>
            <a:xfrm>
              <a:off x="6466550" y="395145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2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2" name="Google Shape;6152;p24"/>
            <p:cNvSpPr/>
            <p:nvPr/>
          </p:nvSpPr>
          <p:spPr>
            <a:xfrm>
              <a:off x="6487275" y="3951500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39" y="0"/>
                    <a:pt x="1" y="335"/>
                    <a:pt x="196" y="532"/>
                  </a:cubicBezTo>
                  <a:cubicBezTo>
                    <a:pt x="260" y="596"/>
                    <a:pt x="339" y="625"/>
                    <a:pt x="415" y="625"/>
                  </a:cubicBezTo>
                  <a:cubicBezTo>
                    <a:pt x="576" y="625"/>
                    <a:pt x="730" y="500"/>
                    <a:pt x="730" y="312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3" name="Google Shape;6153;p24"/>
            <p:cNvSpPr/>
            <p:nvPr/>
          </p:nvSpPr>
          <p:spPr>
            <a:xfrm>
              <a:off x="6513250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4" name="Google Shape;6154;p24"/>
            <p:cNvSpPr/>
            <p:nvPr/>
          </p:nvSpPr>
          <p:spPr>
            <a:xfrm>
              <a:off x="597667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5" name="Google Shape;6155;p24"/>
            <p:cNvSpPr/>
            <p:nvPr/>
          </p:nvSpPr>
          <p:spPr>
            <a:xfrm>
              <a:off x="5999975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1" y="0"/>
                    <a:pt x="1" y="141"/>
                    <a:pt x="1" y="313"/>
                  </a:cubicBezTo>
                  <a:cubicBezTo>
                    <a:pt x="1" y="485"/>
                    <a:pt x="141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6" name="Google Shape;6156;p24"/>
            <p:cNvSpPr/>
            <p:nvPr/>
          </p:nvSpPr>
          <p:spPr>
            <a:xfrm>
              <a:off x="602332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7" name="Google Shape;6157;p24"/>
            <p:cNvSpPr/>
            <p:nvPr/>
          </p:nvSpPr>
          <p:spPr>
            <a:xfrm>
              <a:off x="604667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5"/>
                    <a:pt x="139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8" name="Google Shape;6158;p24"/>
            <p:cNvSpPr/>
            <p:nvPr/>
          </p:nvSpPr>
          <p:spPr>
            <a:xfrm>
              <a:off x="6067350" y="393145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3"/>
                  </a:cubicBezTo>
                  <a:cubicBezTo>
                    <a:pt x="730" y="141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9" name="Google Shape;6159;p24"/>
            <p:cNvSpPr/>
            <p:nvPr/>
          </p:nvSpPr>
          <p:spPr>
            <a:xfrm>
              <a:off x="609332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0" name="Google Shape;6160;p24"/>
            <p:cNvSpPr/>
            <p:nvPr/>
          </p:nvSpPr>
          <p:spPr>
            <a:xfrm>
              <a:off x="611665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1" name="Google Shape;6161;p24"/>
            <p:cNvSpPr/>
            <p:nvPr/>
          </p:nvSpPr>
          <p:spPr>
            <a:xfrm>
              <a:off x="613997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2" name="Google Shape;6162;p24"/>
            <p:cNvSpPr/>
            <p:nvPr/>
          </p:nvSpPr>
          <p:spPr>
            <a:xfrm>
              <a:off x="6160650" y="393145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2" y="598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1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3" name="Google Shape;6163;p24"/>
            <p:cNvSpPr/>
            <p:nvPr/>
          </p:nvSpPr>
          <p:spPr>
            <a:xfrm>
              <a:off x="618662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4" name="Google Shape;6164;p24"/>
            <p:cNvSpPr/>
            <p:nvPr/>
          </p:nvSpPr>
          <p:spPr>
            <a:xfrm>
              <a:off x="620995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5" name="Google Shape;6165;p24"/>
            <p:cNvSpPr/>
            <p:nvPr/>
          </p:nvSpPr>
          <p:spPr>
            <a:xfrm>
              <a:off x="6233275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6" name="Google Shape;6166;p24"/>
            <p:cNvSpPr/>
            <p:nvPr/>
          </p:nvSpPr>
          <p:spPr>
            <a:xfrm>
              <a:off x="625660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7" name="Google Shape;6167;p24"/>
            <p:cNvSpPr/>
            <p:nvPr/>
          </p:nvSpPr>
          <p:spPr>
            <a:xfrm>
              <a:off x="627995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8" name="Google Shape;6168;p24"/>
            <p:cNvSpPr/>
            <p:nvPr/>
          </p:nvSpPr>
          <p:spPr>
            <a:xfrm>
              <a:off x="630325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9" name="Google Shape;6169;p24"/>
            <p:cNvSpPr/>
            <p:nvPr/>
          </p:nvSpPr>
          <p:spPr>
            <a:xfrm>
              <a:off x="6323950" y="393145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8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1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0" name="Google Shape;6170;p24"/>
            <p:cNvSpPr/>
            <p:nvPr/>
          </p:nvSpPr>
          <p:spPr>
            <a:xfrm>
              <a:off x="634990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1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1" name="Google Shape;6171;p24"/>
            <p:cNvSpPr/>
            <p:nvPr/>
          </p:nvSpPr>
          <p:spPr>
            <a:xfrm>
              <a:off x="637325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2" name="Google Shape;6172;p24"/>
            <p:cNvSpPr/>
            <p:nvPr/>
          </p:nvSpPr>
          <p:spPr>
            <a:xfrm>
              <a:off x="6396600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3" name="Google Shape;6173;p24"/>
            <p:cNvSpPr/>
            <p:nvPr/>
          </p:nvSpPr>
          <p:spPr>
            <a:xfrm>
              <a:off x="641990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4" name="Google Shape;6174;p24"/>
            <p:cNvSpPr/>
            <p:nvPr/>
          </p:nvSpPr>
          <p:spPr>
            <a:xfrm>
              <a:off x="6443250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1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5" name="Google Shape;6175;p24"/>
            <p:cNvSpPr/>
            <p:nvPr/>
          </p:nvSpPr>
          <p:spPr>
            <a:xfrm>
              <a:off x="6466550" y="39314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1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6" name="Google Shape;6176;p24"/>
            <p:cNvSpPr/>
            <p:nvPr/>
          </p:nvSpPr>
          <p:spPr>
            <a:xfrm>
              <a:off x="6487275" y="393145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8"/>
                    <a:pt x="338" y="626"/>
                    <a:pt x="415" y="626"/>
                  </a:cubicBezTo>
                  <a:cubicBezTo>
                    <a:pt x="576" y="626"/>
                    <a:pt x="730" y="501"/>
                    <a:pt x="730" y="313"/>
                  </a:cubicBezTo>
                  <a:cubicBezTo>
                    <a:pt x="730" y="141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7" name="Google Shape;6177;p24"/>
            <p:cNvSpPr/>
            <p:nvPr/>
          </p:nvSpPr>
          <p:spPr>
            <a:xfrm>
              <a:off x="6513250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8" name="Google Shape;6178;p24"/>
            <p:cNvSpPr/>
            <p:nvPr/>
          </p:nvSpPr>
          <p:spPr>
            <a:xfrm>
              <a:off x="5999975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2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9" name="Google Shape;6179;p24"/>
            <p:cNvSpPr/>
            <p:nvPr/>
          </p:nvSpPr>
          <p:spPr>
            <a:xfrm>
              <a:off x="6023325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0" name="Google Shape;6180;p24"/>
            <p:cNvSpPr/>
            <p:nvPr/>
          </p:nvSpPr>
          <p:spPr>
            <a:xfrm>
              <a:off x="6046675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2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1" name="Google Shape;6181;p24"/>
            <p:cNvSpPr/>
            <p:nvPr/>
          </p:nvSpPr>
          <p:spPr>
            <a:xfrm>
              <a:off x="6067350" y="391142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7"/>
                    <a:pt x="416" y="627"/>
                  </a:cubicBezTo>
                  <a:cubicBezTo>
                    <a:pt x="576" y="627"/>
                    <a:pt x="730" y="502"/>
                    <a:pt x="730" y="313"/>
                  </a:cubicBezTo>
                  <a:cubicBezTo>
                    <a:pt x="730" y="142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2" name="Google Shape;6182;p24"/>
            <p:cNvSpPr/>
            <p:nvPr/>
          </p:nvSpPr>
          <p:spPr>
            <a:xfrm>
              <a:off x="6093325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3" name="Google Shape;6183;p24"/>
            <p:cNvSpPr/>
            <p:nvPr/>
          </p:nvSpPr>
          <p:spPr>
            <a:xfrm>
              <a:off x="611665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4" name="Google Shape;6184;p24"/>
            <p:cNvSpPr/>
            <p:nvPr/>
          </p:nvSpPr>
          <p:spPr>
            <a:xfrm>
              <a:off x="6139975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5" name="Google Shape;6185;p24"/>
            <p:cNvSpPr/>
            <p:nvPr/>
          </p:nvSpPr>
          <p:spPr>
            <a:xfrm>
              <a:off x="6160650" y="39114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2" y="598"/>
                    <a:pt x="340" y="627"/>
                    <a:pt x="417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2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6" name="Google Shape;6186;p24"/>
            <p:cNvSpPr/>
            <p:nvPr/>
          </p:nvSpPr>
          <p:spPr>
            <a:xfrm>
              <a:off x="6186625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7" name="Google Shape;6187;p24"/>
            <p:cNvSpPr/>
            <p:nvPr/>
          </p:nvSpPr>
          <p:spPr>
            <a:xfrm>
              <a:off x="620995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8" name="Google Shape;6188;p24"/>
            <p:cNvSpPr/>
            <p:nvPr/>
          </p:nvSpPr>
          <p:spPr>
            <a:xfrm>
              <a:off x="6233275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2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9" name="Google Shape;6189;p24"/>
            <p:cNvSpPr/>
            <p:nvPr/>
          </p:nvSpPr>
          <p:spPr>
            <a:xfrm>
              <a:off x="625660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0" name="Google Shape;6190;p24"/>
            <p:cNvSpPr/>
            <p:nvPr/>
          </p:nvSpPr>
          <p:spPr>
            <a:xfrm>
              <a:off x="627995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1" name="Google Shape;6191;p24"/>
            <p:cNvSpPr/>
            <p:nvPr/>
          </p:nvSpPr>
          <p:spPr>
            <a:xfrm>
              <a:off x="630325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2" name="Google Shape;6192;p24"/>
            <p:cNvSpPr/>
            <p:nvPr/>
          </p:nvSpPr>
          <p:spPr>
            <a:xfrm>
              <a:off x="6323950" y="39114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7"/>
                    <a:pt x="416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2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3" name="Google Shape;6193;p24"/>
            <p:cNvSpPr/>
            <p:nvPr/>
          </p:nvSpPr>
          <p:spPr>
            <a:xfrm>
              <a:off x="634990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2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4" name="Google Shape;6194;p24"/>
            <p:cNvSpPr/>
            <p:nvPr/>
          </p:nvSpPr>
          <p:spPr>
            <a:xfrm>
              <a:off x="637325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5" name="Google Shape;6195;p24"/>
            <p:cNvSpPr/>
            <p:nvPr/>
          </p:nvSpPr>
          <p:spPr>
            <a:xfrm>
              <a:off x="6396600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6" name="Google Shape;6196;p24"/>
            <p:cNvSpPr/>
            <p:nvPr/>
          </p:nvSpPr>
          <p:spPr>
            <a:xfrm>
              <a:off x="641990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2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7" name="Google Shape;6197;p24"/>
            <p:cNvSpPr/>
            <p:nvPr/>
          </p:nvSpPr>
          <p:spPr>
            <a:xfrm>
              <a:off x="6443250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8" name="Google Shape;6198;p24"/>
            <p:cNvSpPr/>
            <p:nvPr/>
          </p:nvSpPr>
          <p:spPr>
            <a:xfrm>
              <a:off x="6466550" y="391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2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9" name="Google Shape;6199;p24"/>
            <p:cNvSpPr/>
            <p:nvPr/>
          </p:nvSpPr>
          <p:spPr>
            <a:xfrm>
              <a:off x="6487275" y="391142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39" y="1"/>
                    <a:pt x="1" y="337"/>
                    <a:pt x="196" y="534"/>
                  </a:cubicBezTo>
                  <a:cubicBezTo>
                    <a:pt x="260" y="598"/>
                    <a:pt x="338" y="627"/>
                    <a:pt x="415" y="627"/>
                  </a:cubicBezTo>
                  <a:cubicBezTo>
                    <a:pt x="576" y="627"/>
                    <a:pt x="730" y="502"/>
                    <a:pt x="730" y="313"/>
                  </a:cubicBezTo>
                  <a:cubicBezTo>
                    <a:pt x="730" y="142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0" name="Google Shape;6200;p24"/>
            <p:cNvSpPr/>
            <p:nvPr/>
          </p:nvSpPr>
          <p:spPr>
            <a:xfrm>
              <a:off x="6513250" y="391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2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1" name="Google Shape;6201;p24"/>
            <p:cNvSpPr/>
            <p:nvPr/>
          </p:nvSpPr>
          <p:spPr>
            <a:xfrm>
              <a:off x="5999975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6"/>
                    <a:pt x="141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2" name="Google Shape;6202;p24"/>
            <p:cNvSpPr/>
            <p:nvPr/>
          </p:nvSpPr>
          <p:spPr>
            <a:xfrm>
              <a:off x="6023325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3" name="Google Shape;6203;p24"/>
            <p:cNvSpPr/>
            <p:nvPr/>
          </p:nvSpPr>
          <p:spPr>
            <a:xfrm>
              <a:off x="6046675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4" name="Google Shape;6204;p24"/>
            <p:cNvSpPr/>
            <p:nvPr/>
          </p:nvSpPr>
          <p:spPr>
            <a:xfrm>
              <a:off x="6067350" y="389142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5" name="Google Shape;6205;p24"/>
            <p:cNvSpPr/>
            <p:nvPr/>
          </p:nvSpPr>
          <p:spPr>
            <a:xfrm>
              <a:off x="6093325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6" name="Google Shape;6206;p24"/>
            <p:cNvSpPr/>
            <p:nvPr/>
          </p:nvSpPr>
          <p:spPr>
            <a:xfrm>
              <a:off x="611665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7" name="Google Shape;6207;p24"/>
            <p:cNvSpPr/>
            <p:nvPr/>
          </p:nvSpPr>
          <p:spPr>
            <a:xfrm>
              <a:off x="6139975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8" name="Google Shape;6208;p24"/>
            <p:cNvSpPr/>
            <p:nvPr/>
          </p:nvSpPr>
          <p:spPr>
            <a:xfrm>
              <a:off x="6160650" y="38914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2" y="598"/>
                    <a:pt x="340" y="626"/>
                    <a:pt x="417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9" name="Google Shape;6209;p24"/>
            <p:cNvSpPr/>
            <p:nvPr/>
          </p:nvSpPr>
          <p:spPr>
            <a:xfrm>
              <a:off x="6186625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0" name="Google Shape;6210;p24"/>
            <p:cNvSpPr/>
            <p:nvPr/>
          </p:nvSpPr>
          <p:spPr>
            <a:xfrm>
              <a:off x="620995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1" name="Google Shape;6211;p24"/>
            <p:cNvSpPr/>
            <p:nvPr/>
          </p:nvSpPr>
          <p:spPr>
            <a:xfrm>
              <a:off x="6233275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2" name="Google Shape;6212;p24"/>
            <p:cNvSpPr/>
            <p:nvPr/>
          </p:nvSpPr>
          <p:spPr>
            <a:xfrm>
              <a:off x="625660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3" name="Google Shape;6213;p24"/>
            <p:cNvSpPr/>
            <p:nvPr/>
          </p:nvSpPr>
          <p:spPr>
            <a:xfrm>
              <a:off x="627995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4" name="Google Shape;6214;p24"/>
            <p:cNvSpPr/>
            <p:nvPr/>
          </p:nvSpPr>
          <p:spPr>
            <a:xfrm>
              <a:off x="630325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5" name="Google Shape;6215;p24"/>
            <p:cNvSpPr/>
            <p:nvPr/>
          </p:nvSpPr>
          <p:spPr>
            <a:xfrm>
              <a:off x="6323950" y="38914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6"/>
                    <a:pt x="416" y="626"/>
                  </a:cubicBezTo>
                  <a:cubicBezTo>
                    <a:pt x="577" y="626"/>
                    <a:pt x="731" y="502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6" name="Google Shape;6216;p24"/>
            <p:cNvSpPr/>
            <p:nvPr/>
          </p:nvSpPr>
          <p:spPr>
            <a:xfrm>
              <a:off x="634990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7" name="Google Shape;6217;p24"/>
            <p:cNvSpPr/>
            <p:nvPr/>
          </p:nvSpPr>
          <p:spPr>
            <a:xfrm>
              <a:off x="637325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8" name="Google Shape;6218;p24"/>
            <p:cNvSpPr/>
            <p:nvPr/>
          </p:nvSpPr>
          <p:spPr>
            <a:xfrm>
              <a:off x="6396600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9" name="Google Shape;6219;p24"/>
            <p:cNvSpPr/>
            <p:nvPr/>
          </p:nvSpPr>
          <p:spPr>
            <a:xfrm>
              <a:off x="641990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0" name="Google Shape;6220;p24"/>
            <p:cNvSpPr/>
            <p:nvPr/>
          </p:nvSpPr>
          <p:spPr>
            <a:xfrm>
              <a:off x="6443250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1" name="Google Shape;6221;p24"/>
            <p:cNvSpPr/>
            <p:nvPr/>
          </p:nvSpPr>
          <p:spPr>
            <a:xfrm>
              <a:off x="6466550" y="38914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2" name="Google Shape;6222;p24"/>
            <p:cNvSpPr/>
            <p:nvPr/>
          </p:nvSpPr>
          <p:spPr>
            <a:xfrm>
              <a:off x="6487275" y="389142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39" y="1"/>
                    <a:pt x="1" y="337"/>
                    <a:pt x="196" y="534"/>
                  </a:cubicBezTo>
                  <a:cubicBezTo>
                    <a:pt x="260" y="598"/>
                    <a:pt x="338" y="626"/>
                    <a:pt x="415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3" name="Google Shape;6223;p24"/>
            <p:cNvSpPr/>
            <p:nvPr/>
          </p:nvSpPr>
          <p:spPr>
            <a:xfrm>
              <a:off x="6513250" y="38914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4" name="Google Shape;6224;p24"/>
            <p:cNvSpPr/>
            <p:nvPr/>
          </p:nvSpPr>
          <p:spPr>
            <a:xfrm>
              <a:off x="6023325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5" name="Google Shape;6225;p24"/>
            <p:cNvSpPr/>
            <p:nvPr/>
          </p:nvSpPr>
          <p:spPr>
            <a:xfrm>
              <a:off x="6046675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0"/>
                    <a:pt x="0" y="312"/>
                  </a:cubicBezTo>
                  <a:cubicBezTo>
                    <a:pt x="0" y="485"/>
                    <a:pt x="139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6" name="Google Shape;6226;p24"/>
            <p:cNvSpPr/>
            <p:nvPr/>
          </p:nvSpPr>
          <p:spPr>
            <a:xfrm>
              <a:off x="6067350" y="387142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7" name="Google Shape;6227;p24"/>
            <p:cNvSpPr/>
            <p:nvPr/>
          </p:nvSpPr>
          <p:spPr>
            <a:xfrm>
              <a:off x="6093325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8" name="Google Shape;6228;p24"/>
            <p:cNvSpPr/>
            <p:nvPr/>
          </p:nvSpPr>
          <p:spPr>
            <a:xfrm>
              <a:off x="611665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9" name="Google Shape;6229;p24"/>
            <p:cNvSpPr/>
            <p:nvPr/>
          </p:nvSpPr>
          <p:spPr>
            <a:xfrm>
              <a:off x="6139975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0" name="Google Shape;6230;p24"/>
            <p:cNvSpPr/>
            <p:nvPr/>
          </p:nvSpPr>
          <p:spPr>
            <a:xfrm>
              <a:off x="6160650" y="38714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2" y="597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1" name="Google Shape;6231;p24"/>
            <p:cNvSpPr/>
            <p:nvPr/>
          </p:nvSpPr>
          <p:spPr>
            <a:xfrm>
              <a:off x="6186625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2" name="Google Shape;6232;p24"/>
            <p:cNvSpPr/>
            <p:nvPr/>
          </p:nvSpPr>
          <p:spPr>
            <a:xfrm>
              <a:off x="620995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3" name="Google Shape;6233;p24"/>
            <p:cNvSpPr/>
            <p:nvPr/>
          </p:nvSpPr>
          <p:spPr>
            <a:xfrm>
              <a:off x="6233275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4" name="Google Shape;6234;p24"/>
            <p:cNvSpPr/>
            <p:nvPr/>
          </p:nvSpPr>
          <p:spPr>
            <a:xfrm>
              <a:off x="625660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5" name="Google Shape;6235;p24"/>
            <p:cNvSpPr/>
            <p:nvPr/>
          </p:nvSpPr>
          <p:spPr>
            <a:xfrm>
              <a:off x="627995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6" name="Google Shape;6236;p24"/>
            <p:cNvSpPr/>
            <p:nvPr/>
          </p:nvSpPr>
          <p:spPr>
            <a:xfrm>
              <a:off x="630325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7" name="Google Shape;6237;p24"/>
            <p:cNvSpPr/>
            <p:nvPr/>
          </p:nvSpPr>
          <p:spPr>
            <a:xfrm>
              <a:off x="6323950" y="38714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8" name="Google Shape;6238;p24"/>
            <p:cNvSpPr/>
            <p:nvPr/>
          </p:nvSpPr>
          <p:spPr>
            <a:xfrm>
              <a:off x="634990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9" name="Google Shape;6239;p24"/>
            <p:cNvSpPr/>
            <p:nvPr/>
          </p:nvSpPr>
          <p:spPr>
            <a:xfrm>
              <a:off x="637325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0" name="Google Shape;6240;p24"/>
            <p:cNvSpPr/>
            <p:nvPr/>
          </p:nvSpPr>
          <p:spPr>
            <a:xfrm>
              <a:off x="6396600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1" name="Google Shape;6241;p24"/>
            <p:cNvSpPr/>
            <p:nvPr/>
          </p:nvSpPr>
          <p:spPr>
            <a:xfrm>
              <a:off x="641990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2" name="Google Shape;6242;p24"/>
            <p:cNvSpPr/>
            <p:nvPr/>
          </p:nvSpPr>
          <p:spPr>
            <a:xfrm>
              <a:off x="6443250" y="3871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3" name="Google Shape;6243;p24"/>
            <p:cNvSpPr/>
            <p:nvPr/>
          </p:nvSpPr>
          <p:spPr>
            <a:xfrm>
              <a:off x="6466550" y="38714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4" name="Google Shape;6244;p24"/>
            <p:cNvSpPr/>
            <p:nvPr/>
          </p:nvSpPr>
          <p:spPr>
            <a:xfrm>
              <a:off x="6487275" y="387142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0"/>
                  </a:moveTo>
                  <a:cubicBezTo>
                    <a:pt x="139" y="0"/>
                    <a:pt x="1" y="337"/>
                    <a:pt x="196" y="534"/>
                  </a:cubicBezTo>
                  <a:cubicBezTo>
                    <a:pt x="260" y="597"/>
                    <a:pt x="338" y="626"/>
                    <a:pt x="415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5" name="Google Shape;6245;p24"/>
            <p:cNvSpPr/>
            <p:nvPr/>
          </p:nvSpPr>
          <p:spPr>
            <a:xfrm>
              <a:off x="6046675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6"/>
                    <a:pt x="139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6" name="Google Shape;6246;p24"/>
            <p:cNvSpPr/>
            <p:nvPr/>
          </p:nvSpPr>
          <p:spPr>
            <a:xfrm>
              <a:off x="6067350" y="3851400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7"/>
                    <a:pt x="416" y="627"/>
                  </a:cubicBezTo>
                  <a:cubicBezTo>
                    <a:pt x="576" y="627"/>
                    <a:pt x="730" y="502"/>
                    <a:pt x="730" y="313"/>
                  </a:cubicBezTo>
                  <a:cubicBezTo>
                    <a:pt x="730" y="140"/>
                    <a:pt x="590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7" name="Google Shape;6247;p24"/>
            <p:cNvSpPr/>
            <p:nvPr/>
          </p:nvSpPr>
          <p:spPr>
            <a:xfrm>
              <a:off x="6093325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8" name="Google Shape;6248;p24"/>
            <p:cNvSpPr/>
            <p:nvPr/>
          </p:nvSpPr>
          <p:spPr>
            <a:xfrm>
              <a:off x="611665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9" name="Google Shape;6249;p24"/>
            <p:cNvSpPr/>
            <p:nvPr/>
          </p:nvSpPr>
          <p:spPr>
            <a:xfrm>
              <a:off x="6139975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0" name="Google Shape;6250;p24"/>
            <p:cNvSpPr/>
            <p:nvPr/>
          </p:nvSpPr>
          <p:spPr>
            <a:xfrm>
              <a:off x="6160650" y="385140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2" y="598"/>
                    <a:pt x="340" y="627"/>
                    <a:pt x="417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1" name="Google Shape;6251;p24"/>
            <p:cNvSpPr/>
            <p:nvPr/>
          </p:nvSpPr>
          <p:spPr>
            <a:xfrm>
              <a:off x="6186625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2" name="Google Shape;6252;p24"/>
            <p:cNvSpPr/>
            <p:nvPr/>
          </p:nvSpPr>
          <p:spPr>
            <a:xfrm>
              <a:off x="620995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3" name="Google Shape;6253;p24"/>
            <p:cNvSpPr/>
            <p:nvPr/>
          </p:nvSpPr>
          <p:spPr>
            <a:xfrm>
              <a:off x="6233275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4" name="Google Shape;6254;p24"/>
            <p:cNvSpPr/>
            <p:nvPr/>
          </p:nvSpPr>
          <p:spPr>
            <a:xfrm>
              <a:off x="625660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5" name="Google Shape;6255;p24"/>
            <p:cNvSpPr/>
            <p:nvPr/>
          </p:nvSpPr>
          <p:spPr>
            <a:xfrm>
              <a:off x="627995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6" name="Google Shape;6256;p24"/>
            <p:cNvSpPr/>
            <p:nvPr/>
          </p:nvSpPr>
          <p:spPr>
            <a:xfrm>
              <a:off x="630325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7" name="Google Shape;6257;p24"/>
            <p:cNvSpPr/>
            <p:nvPr/>
          </p:nvSpPr>
          <p:spPr>
            <a:xfrm>
              <a:off x="6323950" y="3851400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7"/>
                    <a:pt x="416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8" name="Google Shape;6258;p24"/>
            <p:cNvSpPr/>
            <p:nvPr/>
          </p:nvSpPr>
          <p:spPr>
            <a:xfrm>
              <a:off x="634990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9" name="Google Shape;6259;p24"/>
            <p:cNvSpPr/>
            <p:nvPr/>
          </p:nvSpPr>
          <p:spPr>
            <a:xfrm>
              <a:off x="637325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0" name="Google Shape;6260;p24"/>
            <p:cNvSpPr/>
            <p:nvPr/>
          </p:nvSpPr>
          <p:spPr>
            <a:xfrm>
              <a:off x="6396600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1" name="Google Shape;6261;p24"/>
            <p:cNvSpPr/>
            <p:nvPr/>
          </p:nvSpPr>
          <p:spPr>
            <a:xfrm>
              <a:off x="641990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2" name="Google Shape;6262;p24"/>
            <p:cNvSpPr/>
            <p:nvPr/>
          </p:nvSpPr>
          <p:spPr>
            <a:xfrm>
              <a:off x="6443250" y="38514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3" name="Google Shape;6263;p24"/>
            <p:cNvSpPr/>
            <p:nvPr/>
          </p:nvSpPr>
          <p:spPr>
            <a:xfrm>
              <a:off x="6466550" y="3851400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4" name="Google Shape;6264;p24"/>
            <p:cNvSpPr/>
            <p:nvPr/>
          </p:nvSpPr>
          <p:spPr>
            <a:xfrm>
              <a:off x="6067350" y="383140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3"/>
                  </a:cubicBezTo>
                  <a:cubicBezTo>
                    <a:pt x="730" y="140"/>
                    <a:pt x="590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5" name="Google Shape;6265;p24"/>
            <p:cNvSpPr/>
            <p:nvPr/>
          </p:nvSpPr>
          <p:spPr>
            <a:xfrm>
              <a:off x="6093325" y="383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6" name="Google Shape;6266;p24"/>
            <p:cNvSpPr/>
            <p:nvPr/>
          </p:nvSpPr>
          <p:spPr>
            <a:xfrm>
              <a:off x="611665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7" name="Google Shape;6267;p24"/>
            <p:cNvSpPr/>
            <p:nvPr/>
          </p:nvSpPr>
          <p:spPr>
            <a:xfrm>
              <a:off x="6139975" y="383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8" name="Google Shape;6268;p24"/>
            <p:cNvSpPr/>
            <p:nvPr/>
          </p:nvSpPr>
          <p:spPr>
            <a:xfrm>
              <a:off x="6160650" y="38314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7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9" name="Google Shape;6269;p24"/>
            <p:cNvSpPr/>
            <p:nvPr/>
          </p:nvSpPr>
          <p:spPr>
            <a:xfrm>
              <a:off x="6186625" y="383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0" name="Google Shape;6270;p24"/>
            <p:cNvSpPr/>
            <p:nvPr/>
          </p:nvSpPr>
          <p:spPr>
            <a:xfrm>
              <a:off x="620995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1" name="Google Shape;6271;p24"/>
            <p:cNvSpPr/>
            <p:nvPr/>
          </p:nvSpPr>
          <p:spPr>
            <a:xfrm>
              <a:off x="6233275" y="383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2" name="Google Shape;6272;p24"/>
            <p:cNvSpPr/>
            <p:nvPr/>
          </p:nvSpPr>
          <p:spPr>
            <a:xfrm>
              <a:off x="625660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3" name="Google Shape;6273;p24"/>
            <p:cNvSpPr/>
            <p:nvPr/>
          </p:nvSpPr>
          <p:spPr>
            <a:xfrm>
              <a:off x="627995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4" name="Google Shape;6274;p24"/>
            <p:cNvSpPr/>
            <p:nvPr/>
          </p:nvSpPr>
          <p:spPr>
            <a:xfrm>
              <a:off x="630325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5" name="Google Shape;6275;p24"/>
            <p:cNvSpPr/>
            <p:nvPr/>
          </p:nvSpPr>
          <p:spPr>
            <a:xfrm>
              <a:off x="6323950" y="38314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6" name="Google Shape;6276;p24"/>
            <p:cNvSpPr/>
            <p:nvPr/>
          </p:nvSpPr>
          <p:spPr>
            <a:xfrm>
              <a:off x="634990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7" name="Google Shape;6277;p24"/>
            <p:cNvSpPr/>
            <p:nvPr/>
          </p:nvSpPr>
          <p:spPr>
            <a:xfrm>
              <a:off x="637325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8" name="Google Shape;6278;p24"/>
            <p:cNvSpPr/>
            <p:nvPr/>
          </p:nvSpPr>
          <p:spPr>
            <a:xfrm>
              <a:off x="6396600" y="383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9" name="Google Shape;6279;p24"/>
            <p:cNvSpPr/>
            <p:nvPr/>
          </p:nvSpPr>
          <p:spPr>
            <a:xfrm>
              <a:off x="6419900" y="383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0" name="Google Shape;6280;p24"/>
            <p:cNvSpPr/>
            <p:nvPr/>
          </p:nvSpPr>
          <p:spPr>
            <a:xfrm>
              <a:off x="6443250" y="383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1" name="Google Shape;6281;p24"/>
            <p:cNvSpPr/>
            <p:nvPr/>
          </p:nvSpPr>
          <p:spPr>
            <a:xfrm>
              <a:off x="6093325" y="381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2" name="Google Shape;6282;p24"/>
            <p:cNvSpPr/>
            <p:nvPr/>
          </p:nvSpPr>
          <p:spPr>
            <a:xfrm>
              <a:off x="611665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3" name="Google Shape;6283;p24"/>
            <p:cNvSpPr/>
            <p:nvPr/>
          </p:nvSpPr>
          <p:spPr>
            <a:xfrm>
              <a:off x="6139975" y="381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4" name="Google Shape;6284;p24"/>
            <p:cNvSpPr/>
            <p:nvPr/>
          </p:nvSpPr>
          <p:spPr>
            <a:xfrm>
              <a:off x="6160650" y="38114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2"/>
                  </a:cubicBezTo>
                  <a:cubicBezTo>
                    <a:pt x="731" y="140"/>
                    <a:pt x="590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5" name="Google Shape;6285;p24"/>
            <p:cNvSpPr/>
            <p:nvPr/>
          </p:nvSpPr>
          <p:spPr>
            <a:xfrm>
              <a:off x="6186625" y="381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6" name="Google Shape;6286;p24"/>
            <p:cNvSpPr/>
            <p:nvPr/>
          </p:nvSpPr>
          <p:spPr>
            <a:xfrm>
              <a:off x="620995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7" name="Google Shape;6287;p24"/>
            <p:cNvSpPr/>
            <p:nvPr/>
          </p:nvSpPr>
          <p:spPr>
            <a:xfrm>
              <a:off x="6233275" y="381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8" name="Google Shape;6288;p24"/>
            <p:cNvSpPr/>
            <p:nvPr/>
          </p:nvSpPr>
          <p:spPr>
            <a:xfrm>
              <a:off x="625660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9" name="Google Shape;6289;p24"/>
            <p:cNvSpPr/>
            <p:nvPr/>
          </p:nvSpPr>
          <p:spPr>
            <a:xfrm>
              <a:off x="627995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0" name="Google Shape;6290;p24"/>
            <p:cNvSpPr/>
            <p:nvPr/>
          </p:nvSpPr>
          <p:spPr>
            <a:xfrm>
              <a:off x="630325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1" name="Google Shape;6291;p24"/>
            <p:cNvSpPr/>
            <p:nvPr/>
          </p:nvSpPr>
          <p:spPr>
            <a:xfrm>
              <a:off x="6323950" y="381140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5"/>
                    <a:pt x="416" y="625"/>
                  </a:cubicBezTo>
                  <a:cubicBezTo>
                    <a:pt x="577" y="625"/>
                    <a:pt x="731" y="501"/>
                    <a:pt x="731" y="312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2" name="Google Shape;6292;p24"/>
            <p:cNvSpPr/>
            <p:nvPr/>
          </p:nvSpPr>
          <p:spPr>
            <a:xfrm>
              <a:off x="634990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2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3" name="Google Shape;6293;p24"/>
            <p:cNvSpPr/>
            <p:nvPr/>
          </p:nvSpPr>
          <p:spPr>
            <a:xfrm>
              <a:off x="637325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4" name="Google Shape;6294;p24"/>
            <p:cNvSpPr/>
            <p:nvPr/>
          </p:nvSpPr>
          <p:spPr>
            <a:xfrm>
              <a:off x="6396600" y="38114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5" name="Google Shape;6295;p24"/>
            <p:cNvSpPr/>
            <p:nvPr/>
          </p:nvSpPr>
          <p:spPr>
            <a:xfrm>
              <a:off x="6419900" y="381140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6" name="Google Shape;6296;p24"/>
            <p:cNvSpPr/>
            <p:nvPr/>
          </p:nvSpPr>
          <p:spPr>
            <a:xfrm>
              <a:off x="6139975" y="37913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7" name="Google Shape;6297;p24"/>
            <p:cNvSpPr/>
            <p:nvPr/>
          </p:nvSpPr>
          <p:spPr>
            <a:xfrm>
              <a:off x="6160650" y="37913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7" y="626"/>
                    <a:pt x="731" y="501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8" name="Google Shape;6298;p24"/>
            <p:cNvSpPr/>
            <p:nvPr/>
          </p:nvSpPr>
          <p:spPr>
            <a:xfrm>
              <a:off x="6186625" y="37913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9" name="Google Shape;6299;p24"/>
            <p:cNvSpPr/>
            <p:nvPr/>
          </p:nvSpPr>
          <p:spPr>
            <a:xfrm>
              <a:off x="6209950" y="37913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0" name="Google Shape;6300;p24"/>
            <p:cNvSpPr/>
            <p:nvPr/>
          </p:nvSpPr>
          <p:spPr>
            <a:xfrm>
              <a:off x="6233275" y="37913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1" name="Google Shape;6301;p24"/>
            <p:cNvSpPr/>
            <p:nvPr/>
          </p:nvSpPr>
          <p:spPr>
            <a:xfrm>
              <a:off x="6256600" y="37913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2" name="Google Shape;6302;p24"/>
            <p:cNvSpPr/>
            <p:nvPr/>
          </p:nvSpPr>
          <p:spPr>
            <a:xfrm>
              <a:off x="6279950" y="37913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3" name="Google Shape;6303;p24"/>
            <p:cNvSpPr/>
            <p:nvPr/>
          </p:nvSpPr>
          <p:spPr>
            <a:xfrm>
              <a:off x="6303250" y="37913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4" name="Google Shape;6304;p24"/>
            <p:cNvSpPr/>
            <p:nvPr/>
          </p:nvSpPr>
          <p:spPr>
            <a:xfrm>
              <a:off x="6323950" y="3791375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5" name="Google Shape;6305;p24"/>
            <p:cNvSpPr/>
            <p:nvPr/>
          </p:nvSpPr>
          <p:spPr>
            <a:xfrm>
              <a:off x="6349900" y="37913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6" name="Google Shape;6306;p24"/>
            <p:cNvSpPr/>
            <p:nvPr/>
          </p:nvSpPr>
          <p:spPr>
            <a:xfrm>
              <a:off x="6373250" y="379137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7" name="Google Shape;6307;p24"/>
            <p:cNvSpPr/>
            <p:nvPr/>
          </p:nvSpPr>
          <p:spPr>
            <a:xfrm>
              <a:off x="6186625" y="37713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8" name="Google Shape;6308;p24"/>
            <p:cNvSpPr/>
            <p:nvPr/>
          </p:nvSpPr>
          <p:spPr>
            <a:xfrm>
              <a:off x="6209950" y="37713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9" name="Google Shape;6309;p24"/>
            <p:cNvSpPr/>
            <p:nvPr/>
          </p:nvSpPr>
          <p:spPr>
            <a:xfrm>
              <a:off x="6233275" y="37713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0" name="Google Shape;6310;p24"/>
            <p:cNvSpPr/>
            <p:nvPr/>
          </p:nvSpPr>
          <p:spPr>
            <a:xfrm>
              <a:off x="6256600" y="37713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1" name="Google Shape;6311;p24"/>
            <p:cNvSpPr/>
            <p:nvPr/>
          </p:nvSpPr>
          <p:spPr>
            <a:xfrm>
              <a:off x="6279950" y="37713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2" name="Google Shape;6312;p24"/>
            <p:cNvSpPr/>
            <p:nvPr/>
          </p:nvSpPr>
          <p:spPr>
            <a:xfrm>
              <a:off x="6303250" y="377137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3" name="Google Shape;6313;p24"/>
            <p:cNvSpPr/>
            <p:nvPr/>
          </p:nvSpPr>
          <p:spPr>
            <a:xfrm>
              <a:off x="6323950" y="3771375"/>
              <a:ext cx="18300" cy="15625"/>
            </a:xfrm>
            <a:custGeom>
              <a:avLst/>
              <a:gdLst/>
              <a:ahLst/>
              <a:cxnLst/>
              <a:rect l="l" t="t" r="r" b="b"/>
              <a:pathLst>
                <a:path w="732" h="625" extrusionOk="0">
                  <a:moveTo>
                    <a:pt x="419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40" y="625"/>
                    <a:pt x="417" y="625"/>
                  </a:cubicBezTo>
                  <a:cubicBezTo>
                    <a:pt x="577" y="625"/>
                    <a:pt x="731" y="500"/>
                    <a:pt x="731" y="313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4" name="Google Shape;6314;p24"/>
            <p:cNvSpPr/>
            <p:nvPr/>
          </p:nvSpPr>
          <p:spPr>
            <a:xfrm>
              <a:off x="6139975" y="43917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5" name="Google Shape;6315;p24"/>
            <p:cNvSpPr/>
            <p:nvPr/>
          </p:nvSpPr>
          <p:spPr>
            <a:xfrm>
              <a:off x="6160650" y="43917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2" y="598"/>
                    <a:pt x="340" y="627"/>
                    <a:pt x="417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0"/>
                    <a:pt x="590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6" name="Google Shape;6316;p24"/>
            <p:cNvSpPr/>
            <p:nvPr/>
          </p:nvSpPr>
          <p:spPr>
            <a:xfrm>
              <a:off x="6186625" y="43917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7" name="Google Shape;6317;p24"/>
            <p:cNvSpPr/>
            <p:nvPr/>
          </p:nvSpPr>
          <p:spPr>
            <a:xfrm>
              <a:off x="6209950" y="43917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8" name="Google Shape;6318;p24"/>
            <p:cNvSpPr/>
            <p:nvPr/>
          </p:nvSpPr>
          <p:spPr>
            <a:xfrm>
              <a:off x="6233275" y="43917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6"/>
                    <a:pt x="141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9" name="Google Shape;6319;p24"/>
            <p:cNvSpPr/>
            <p:nvPr/>
          </p:nvSpPr>
          <p:spPr>
            <a:xfrm>
              <a:off x="6256600" y="43917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0" name="Google Shape;6320;p24"/>
            <p:cNvSpPr/>
            <p:nvPr/>
          </p:nvSpPr>
          <p:spPr>
            <a:xfrm>
              <a:off x="6279950" y="43917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4" y="625"/>
                    <a:pt x="625" y="486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1" name="Google Shape;6321;p24"/>
            <p:cNvSpPr/>
            <p:nvPr/>
          </p:nvSpPr>
          <p:spPr>
            <a:xfrm>
              <a:off x="6303250" y="43917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2" name="Google Shape;6322;p24"/>
            <p:cNvSpPr/>
            <p:nvPr/>
          </p:nvSpPr>
          <p:spPr>
            <a:xfrm>
              <a:off x="6323950" y="4391725"/>
              <a:ext cx="18300" cy="15675"/>
            </a:xfrm>
            <a:custGeom>
              <a:avLst/>
              <a:gdLst/>
              <a:ahLst/>
              <a:cxnLst/>
              <a:rect l="l" t="t" r="r" b="b"/>
              <a:pathLst>
                <a:path w="732" h="627" extrusionOk="0">
                  <a:moveTo>
                    <a:pt x="419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40" y="627"/>
                    <a:pt x="416" y="627"/>
                  </a:cubicBezTo>
                  <a:cubicBezTo>
                    <a:pt x="577" y="627"/>
                    <a:pt x="731" y="502"/>
                    <a:pt x="731" y="313"/>
                  </a:cubicBezTo>
                  <a:cubicBezTo>
                    <a:pt x="731" y="140"/>
                    <a:pt x="592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3" name="Google Shape;6323;p24"/>
            <p:cNvSpPr/>
            <p:nvPr/>
          </p:nvSpPr>
          <p:spPr>
            <a:xfrm>
              <a:off x="6349900" y="43917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6"/>
                    <a:pt x="142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4" name="Google Shape;6324;p24"/>
            <p:cNvSpPr/>
            <p:nvPr/>
          </p:nvSpPr>
          <p:spPr>
            <a:xfrm>
              <a:off x="6373250" y="4391725"/>
              <a:ext cx="15650" cy="15650"/>
            </a:xfrm>
            <a:custGeom>
              <a:avLst/>
              <a:gdLst/>
              <a:ahLst/>
              <a:cxnLst/>
              <a:rect l="l" t="t" r="r" b="b"/>
              <a:pathLst>
                <a:path w="626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5" name="Google Shape;6325;p24"/>
            <p:cNvSpPr/>
            <p:nvPr/>
          </p:nvSpPr>
          <p:spPr>
            <a:xfrm>
              <a:off x="6093325" y="437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6" name="Google Shape;6326;p24"/>
            <p:cNvSpPr/>
            <p:nvPr/>
          </p:nvSpPr>
          <p:spPr>
            <a:xfrm>
              <a:off x="611665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7" name="Google Shape;6327;p24"/>
            <p:cNvSpPr/>
            <p:nvPr/>
          </p:nvSpPr>
          <p:spPr>
            <a:xfrm>
              <a:off x="6139975" y="437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8" name="Google Shape;6328;p24"/>
            <p:cNvSpPr/>
            <p:nvPr/>
          </p:nvSpPr>
          <p:spPr>
            <a:xfrm>
              <a:off x="6160650" y="43717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22" y="1"/>
                  </a:moveTo>
                  <a:cubicBezTo>
                    <a:pt x="421" y="1"/>
                    <a:pt x="420" y="1"/>
                    <a:pt x="419" y="1"/>
                  </a:cubicBezTo>
                  <a:cubicBezTo>
                    <a:pt x="140" y="1"/>
                    <a:pt x="1" y="336"/>
                    <a:pt x="198" y="533"/>
                  </a:cubicBezTo>
                  <a:cubicBezTo>
                    <a:pt x="262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1"/>
                    <a:pt x="592" y="1"/>
                    <a:pt x="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9" name="Google Shape;6329;p24"/>
            <p:cNvSpPr/>
            <p:nvPr/>
          </p:nvSpPr>
          <p:spPr>
            <a:xfrm>
              <a:off x="6186625" y="437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0" name="Google Shape;6330;p24"/>
            <p:cNvSpPr/>
            <p:nvPr/>
          </p:nvSpPr>
          <p:spPr>
            <a:xfrm>
              <a:off x="6186625" y="44117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1" name="Google Shape;6331;p24"/>
            <p:cNvSpPr/>
            <p:nvPr/>
          </p:nvSpPr>
          <p:spPr>
            <a:xfrm>
              <a:off x="6209950" y="44117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2" name="Google Shape;6332;p24"/>
            <p:cNvSpPr/>
            <p:nvPr/>
          </p:nvSpPr>
          <p:spPr>
            <a:xfrm>
              <a:off x="6233275" y="44117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2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3" name="Google Shape;6333;p24"/>
            <p:cNvSpPr/>
            <p:nvPr/>
          </p:nvSpPr>
          <p:spPr>
            <a:xfrm>
              <a:off x="6256600" y="44117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4" name="Google Shape;6334;p24"/>
            <p:cNvSpPr/>
            <p:nvPr/>
          </p:nvSpPr>
          <p:spPr>
            <a:xfrm>
              <a:off x="6279950" y="44117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2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5" name="Google Shape;6335;p24"/>
            <p:cNvSpPr/>
            <p:nvPr/>
          </p:nvSpPr>
          <p:spPr>
            <a:xfrm>
              <a:off x="6303250" y="4411750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2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6" name="Google Shape;6336;p24"/>
            <p:cNvSpPr/>
            <p:nvPr/>
          </p:nvSpPr>
          <p:spPr>
            <a:xfrm>
              <a:off x="6323950" y="44117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19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40" y="626"/>
                    <a:pt x="416" y="626"/>
                  </a:cubicBezTo>
                  <a:cubicBezTo>
                    <a:pt x="577" y="626"/>
                    <a:pt x="731" y="501"/>
                    <a:pt x="731" y="312"/>
                  </a:cubicBezTo>
                  <a:cubicBezTo>
                    <a:pt x="731" y="140"/>
                    <a:pt x="592" y="0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7" name="Google Shape;6337;p24"/>
            <p:cNvSpPr/>
            <p:nvPr/>
          </p:nvSpPr>
          <p:spPr>
            <a:xfrm>
              <a:off x="620995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8" name="Google Shape;6338;p24"/>
            <p:cNvSpPr/>
            <p:nvPr/>
          </p:nvSpPr>
          <p:spPr>
            <a:xfrm>
              <a:off x="6233275" y="437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0"/>
                    <a:pt x="0" y="313"/>
                  </a:cubicBezTo>
                  <a:cubicBezTo>
                    <a:pt x="0" y="485"/>
                    <a:pt x="141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9" name="Google Shape;6339;p24"/>
            <p:cNvSpPr/>
            <p:nvPr/>
          </p:nvSpPr>
          <p:spPr>
            <a:xfrm>
              <a:off x="625660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0" name="Google Shape;6340;p24"/>
            <p:cNvSpPr/>
            <p:nvPr/>
          </p:nvSpPr>
          <p:spPr>
            <a:xfrm>
              <a:off x="627995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1" name="Google Shape;6341;p24"/>
            <p:cNvSpPr/>
            <p:nvPr/>
          </p:nvSpPr>
          <p:spPr>
            <a:xfrm>
              <a:off x="630325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2" name="Google Shape;6342;p24"/>
            <p:cNvSpPr/>
            <p:nvPr/>
          </p:nvSpPr>
          <p:spPr>
            <a:xfrm>
              <a:off x="6323950" y="4371750"/>
              <a:ext cx="18300" cy="15650"/>
            </a:xfrm>
            <a:custGeom>
              <a:avLst/>
              <a:gdLst/>
              <a:ahLst/>
              <a:cxnLst/>
              <a:rect l="l" t="t" r="r" b="b"/>
              <a:pathLst>
                <a:path w="732" h="626" extrusionOk="0">
                  <a:moveTo>
                    <a:pt x="422" y="1"/>
                  </a:moveTo>
                  <a:cubicBezTo>
                    <a:pt x="421" y="1"/>
                    <a:pt x="420" y="1"/>
                    <a:pt x="419" y="1"/>
                  </a:cubicBezTo>
                  <a:cubicBezTo>
                    <a:pt x="418" y="1"/>
                    <a:pt x="418" y="1"/>
                    <a:pt x="417" y="1"/>
                  </a:cubicBezTo>
                  <a:cubicBezTo>
                    <a:pt x="139" y="1"/>
                    <a:pt x="1" y="336"/>
                    <a:pt x="198" y="533"/>
                  </a:cubicBezTo>
                  <a:cubicBezTo>
                    <a:pt x="261" y="597"/>
                    <a:pt x="340" y="625"/>
                    <a:pt x="417" y="625"/>
                  </a:cubicBezTo>
                  <a:cubicBezTo>
                    <a:pt x="577" y="625"/>
                    <a:pt x="731" y="501"/>
                    <a:pt x="731" y="313"/>
                  </a:cubicBezTo>
                  <a:cubicBezTo>
                    <a:pt x="731" y="141"/>
                    <a:pt x="593" y="1"/>
                    <a:pt x="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3" name="Google Shape;6343;p24"/>
            <p:cNvSpPr/>
            <p:nvPr/>
          </p:nvSpPr>
          <p:spPr>
            <a:xfrm>
              <a:off x="634990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2" y="0"/>
                    <a:pt x="1" y="140"/>
                    <a:pt x="1" y="313"/>
                  </a:cubicBezTo>
                  <a:cubicBezTo>
                    <a:pt x="1" y="485"/>
                    <a:pt x="142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4" name="Google Shape;6344;p24"/>
            <p:cNvSpPr/>
            <p:nvPr/>
          </p:nvSpPr>
          <p:spPr>
            <a:xfrm>
              <a:off x="637325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5" name="Google Shape;6345;p24"/>
            <p:cNvSpPr/>
            <p:nvPr/>
          </p:nvSpPr>
          <p:spPr>
            <a:xfrm>
              <a:off x="6396600" y="4371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4" y="625"/>
                    <a:pt x="625" y="485"/>
                    <a:pt x="625" y="313"/>
                  </a:cubicBezTo>
                  <a:cubicBezTo>
                    <a:pt x="625" y="140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6" name="Google Shape;6346;p24"/>
            <p:cNvSpPr/>
            <p:nvPr/>
          </p:nvSpPr>
          <p:spPr>
            <a:xfrm>
              <a:off x="6419900" y="4371725"/>
              <a:ext cx="15650" cy="15625"/>
            </a:xfrm>
            <a:custGeom>
              <a:avLst/>
              <a:gdLst/>
              <a:ahLst/>
              <a:cxnLst/>
              <a:rect l="l" t="t" r="r" b="b"/>
              <a:pathLst>
                <a:path w="626" h="625" extrusionOk="0">
                  <a:moveTo>
                    <a:pt x="313" y="0"/>
                  </a:moveTo>
                  <a:cubicBezTo>
                    <a:pt x="140" y="0"/>
                    <a:pt x="1" y="140"/>
                    <a:pt x="1" y="313"/>
                  </a:cubicBezTo>
                  <a:cubicBezTo>
                    <a:pt x="1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7" name="Google Shape;6347;p24"/>
            <p:cNvSpPr/>
            <p:nvPr/>
          </p:nvSpPr>
          <p:spPr>
            <a:xfrm>
              <a:off x="6536550" y="42516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8" name="Google Shape;6348;p24"/>
            <p:cNvSpPr/>
            <p:nvPr/>
          </p:nvSpPr>
          <p:spPr>
            <a:xfrm>
              <a:off x="6536550" y="42316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9" name="Google Shape;6349;p24"/>
            <p:cNvSpPr/>
            <p:nvPr/>
          </p:nvSpPr>
          <p:spPr>
            <a:xfrm>
              <a:off x="6536550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3" y="623"/>
                  </a:cubicBezTo>
                  <a:cubicBezTo>
                    <a:pt x="486" y="623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0" name="Google Shape;6350;p24"/>
            <p:cNvSpPr/>
            <p:nvPr/>
          </p:nvSpPr>
          <p:spPr>
            <a:xfrm>
              <a:off x="6559900" y="42116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3"/>
                    <a:pt x="312" y="623"/>
                  </a:cubicBezTo>
                  <a:cubicBezTo>
                    <a:pt x="485" y="623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1" name="Google Shape;6351;p24"/>
            <p:cNvSpPr/>
            <p:nvPr/>
          </p:nvSpPr>
          <p:spPr>
            <a:xfrm>
              <a:off x="6536550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2" name="Google Shape;6352;p24"/>
            <p:cNvSpPr/>
            <p:nvPr/>
          </p:nvSpPr>
          <p:spPr>
            <a:xfrm>
              <a:off x="6559900" y="41916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2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3" name="Google Shape;6353;p24"/>
            <p:cNvSpPr/>
            <p:nvPr/>
          </p:nvSpPr>
          <p:spPr>
            <a:xfrm>
              <a:off x="6536550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4" name="Google Shape;6354;p24"/>
            <p:cNvSpPr/>
            <p:nvPr/>
          </p:nvSpPr>
          <p:spPr>
            <a:xfrm>
              <a:off x="6559900" y="417160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5" name="Google Shape;6355;p24"/>
            <p:cNvSpPr/>
            <p:nvPr/>
          </p:nvSpPr>
          <p:spPr>
            <a:xfrm>
              <a:off x="6536550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6" name="Google Shape;6356;p24"/>
            <p:cNvSpPr/>
            <p:nvPr/>
          </p:nvSpPr>
          <p:spPr>
            <a:xfrm>
              <a:off x="6559900" y="415157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7" name="Google Shape;6357;p24"/>
            <p:cNvSpPr/>
            <p:nvPr/>
          </p:nvSpPr>
          <p:spPr>
            <a:xfrm>
              <a:off x="6580575" y="4151575"/>
              <a:ext cx="18250" cy="15675"/>
            </a:xfrm>
            <a:custGeom>
              <a:avLst/>
              <a:gdLst/>
              <a:ahLst/>
              <a:cxnLst/>
              <a:rect l="l" t="t" r="r" b="b"/>
              <a:pathLst>
                <a:path w="730" h="627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7"/>
                    <a:pt x="416" y="627"/>
                  </a:cubicBezTo>
                  <a:cubicBezTo>
                    <a:pt x="576" y="627"/>
                    <a:pt x="730" y="502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8" name="Google Shape;6358;p24"/>
            <p:cNvSpPr/>
            <p:nvPr/>
          </p:nvSpPr>
          <p:spPr>
            <a:xfrm>
              <a:off x="6536550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9" name="Google Shape;6359;p24"/>
            <p:cNvSpPr/>
            <p:nvPr/>
          </p:nvSpPr>
          <p:spPr>
            <a:xfrm>
              <a:off x="6559900" y="413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0" name="Google Shape;6360;p24"/>
            <p:cNvSpPr/>
            <p:nvPr/>
          </p:nvSpPr>
          <p:spPr>
            <a:xfrm>
              <a:off x="6580575" y="41315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1" name="Google Shape;6361;p24"/>
            <p:cNvSpPr/>
            <p:nvPr/>
          </p:nvSpPr>
          <p:spPr>
            <a:xfrm>
              <a:off x="6536550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2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2" name="Google Shape;6362;p24"/>
            <p:cNvSpPr/>
            <p:nvPr/>
          </p:nvSpPr>
          <p:spPr>
            <a:xfrm>
              <a:off x="6559900" y="411157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2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2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3" name="Google Shape;6363;p24"/>
            <p:cNvSpPr/>
            <p:nvPr/>
          </p:nvSpPr>
          <p:spPr>
            <a:xfrm>
              <a:off x="6580575" y="4111575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0"/>
                  </a:moveTo>
                  <a:cubicBezTo>
                    <a:pt x="140" y="0"/>
                    <a:pt x="1" y="337"/>
                    <a:pt x="198" y="534"/>
                  </a:cubicBezTo>
                  <a:cubicBezTo>
                    <a:pt x="261" y="597"/>
                    <a:pt x="339" y="626"/>
                    <a:pt x="416" y="626"/>
                  </a:cubicBezTo>
                  <a:cubicBezTo>
                    <a:pt x="576" y="626"/>
                    <a:pt x="730" y="501"/>
                    <a:pt x="730" y="312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4" name="Google Shape;6364;p24"/>
            <p:cNvSpPr/>
            <p:nvPr/>
          </p:nvSpPr>
          <p:spPr>
            <a:xfrm>
              <a:off x="6536550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5" name="Google Shape;6365;p24"/>
            <p:cNvSpPr/>
            <p:nvPr/>
          </p:nvSpPr>
          <p:spPr>
            <a:xfrm>
              <a:off x="6559900" y="40915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6" name="Google Shape;6366;p24"/>
            <p:cNvSpPr/>
            <p:nvPr/>
          </p:nvSpPr>
          <p:spPr>
            <a:xfrm>
              <a:off x="6580575" y="4091550"/>
              <a:ext cx="18250" cy="15650"/>
            </a:xfrm>
            <a:custGeom>
              <a:avLst/>
              <a:gdLst/>
              <a:ahLst/>
              <a:cxnLst/>
              <a:rect l="l" t="t" r="r" b="b"/>
              <a:pathLst>
                <a:path w="730" h="626" extrusionOk="0">
                  <a:moveTo>
                    <a:pt x="418" y="1"/>
                  </a:moveTo>
                  <a:cubicBezTo>
                    <a:pt x="140" y="1"/>
                    <a:pt x="1" y="337"/>
                    <a:pt x="198" y="534"/>
                  </a:cubicBezTo>
                  <a:cubicBezTo>
                    <a:pt x="261" y="598"/>
                    <a:pt x="339" y="626"/>
                    <a:pt x="416" y="626"/>
                  </a:cubicBezTo>
                  <a:cubicBezTo>
                    <a:pt x="576" y="626"/>
                    <a:pt x="730" y="502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7" name="Google Shape;6367;p24"/>
            <p:cNvSpPr/>
            <p:nvPr/>
          </p:nvSpPr>
          <p:spPr>
            <a:xfrm>
              <a:off x="6536550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8" name="Google Shape;6368;p24"/>
            <p:cNvSpPr/>
            <p:nvPr/>
          </p:nvSpPr>
          <p:spPr>
            <a:xfrm>
              <a:off x="6559900" y="40715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5"/>
                    <a:pt x="140" y="625"/>
                    <a:pt x="312" y="625"/>
                  </a:cubicBezTo>
                  <a:cubicBezTo>
                    <a:pt x="485" y="625"/>
                    <a:pt x="625" y="485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9" name="Google Shape;6369;p24"/>
            <p:cNvSpPr/>
            <p:nvPr/>
          </p:nvSpPr>
          <p:spPr>
            <a:xfrm>
              <a:off x="6580575" y="4071550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0"/>
                  </a:moveTo>
                  <a:cubicBezTo>
                    <a:pt x="140" y="0"/>
                    <a:pt x="1" y="337"/>
                    <a:pt x="198" y="532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1" y="0"/>
                    <a:pt x="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0" name="Google Shape;6370;p24"/>
            <p:cNvSpPr/>
            <p:nvPr/>
          </p:nvSpPr>
          <p:spPr>
            <a:xfrm>
              <a:off x="6536550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3" y="626"/>
                  </a:cubicBezTo>
                  <a:cubicBezTo>
                    <a:pt x="486" y="626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1" name="Google Shape;6371;p24"/>
            <p:cNvSpPr/>
            <p:nvPr/>
          </p:nvSpPr>
          <p:spPr>
            <a:xfrm>
              <a:off x="6559900" y="405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6"/>
                    <a:pt x="312" y="626"/>
                  </a:cubicBezTo>
                  <a:cubicBezTo>
                    <a:pt x="485" y="626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2" name="Google Shape;6372;p24"/>
            <p:cNvSpPr/>
            <p:nvPr/>
          </p:nvSpPr>
          <p:spPr>
            <a:xfrm>
              <a:off x="6580600" y="4051525"/>
              <a:ext cx="18225" cy="15650"/>
            </a:xfrm>
            <a:custGeom>
              <a:avLst/>
              <a:gdLst/>
              <a:ahLst/>
              <a:cxnLst/>
              <a:rect l="l" t="t" r="r" b="b"/>
              <a:pathLst>
                <a:path w="729" h="626" extrusionOk="0">
                  <a:moveTo>
                    <a:pt x="419" y="1"/>
                  </a:moveTo>
                  <a:cubicBezTo>
                    <a:pt x="419" y="1"/>
                    <a:pt x="418" y="1"/>
                    <a:pt x="417" y="1"/>
                  </a:cubicBezTo>
                  <a:cubicBezTo>
                    <a:pt x="416" y="1"/>
                    <a:pt x="415" y="1"/>
                    <a:pt x="415" y="1"/>
                  </a:cubicBezTo>
                  <a:cubicBezTo>
                    <a:pt x="139" y="1"/>
                    <a:pt x="0" y="336"/>
                    <a:pt x="197" y="533"/>
                  </a:cubicBezTo>
                  <a:cubicBezTo>
                    <a:pt x="260" y="597"/>
                    <a:pt x="338" y="625"/>
                    <a:pt x="415" y="625"/>
                  </a:cubicBezTo>
                  <a:cubicBezTo>
                    <a:pt x="575" y="625"/>
                    <a:pt x="729" y="501"/>
                    <a:pt x="729" y="313"/>
                  </a:cubicBezTo>
                  <a:cubicBezTo>
                    <a:pt x="729" y="141"/>
                    <a:pt x="591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3" name="Google Shape;6373;p24"/>
            <p:cNvSpPr/>
            <p:nvPr/>
          </p:nvSpPr>
          <p:spPr>
            <a:xfrm>
              <a:off x="6536550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4" name="Google Shape;6374;p24"/>
            <p:cNvSpPr/>
            <p:nvPr/>
          </p:nvSpPr>
          <p:spPr>
            <a:xfrm>
              <a:off x="6559900" y="4031525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6"/>
                    <a:pt x="140" y="625"/>
                    <a:pt x="312" y="625"/>
                  </a:cubicBezTo>
                  <a:cubicBezTo>
                    <a:pt x="485" y="625"/>
                    <a:pt x="625" y="486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5" name="Google Shape;6375;p24"/>
            <p:cNvSpPr/>
            <p:nvPr/>
          </p:nvSpPr>
          <p:spPr>
            <a:xfrm>
              <a:off x="6580575" y="4031525"/>
              <a:ext cx="18250" cy="15625"/>
            </a:xfrm>
            <a:custGeom>
              <a:avLst/>
              <a:gdLst/>
              <a:ahLst/>
              <a:cxnLst/>
              <a:rect l="l" t="t" r="r" b="b"/>
              <a:pathLst>
                <a:path w="730" h="625" extrusionOk="0">
                  <a:moveTo>
                    <a:pt x="418" y="1"/>
                  </a:moveTo>
                  <a:cubicBezTo>
                    <a:pt x="140" y="1"/>
                    <a:pt x="1" y="337"/>
                    <a:pt x="198" y="533"/>
                  </a:cubicBezTo>
                  <a:cubicBezTo>
                    <a:pt x="261" y="596"/>
                    <a:pt x="339" y="625"/>
                    <a:pt x="416" y="625"/>
                  </a:cubicBezTo>
                  <a:cubicBezTo>
                    <a:pt x="576" y="625"/>
                    <a:pt x="730" y="500"/>
                    <a:pt x="730" y="313"/>
                  </a:cubicBezTo>
                  <a:cubicBezTo>
                    <a:pt x="730" y="140"/>
                    <a:pt x="591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6" name="Google Shape;6376;p24"/>
            <p:cNvSpPr/>
            <p:nvPr/>
          </p:nvSpPr>
          <p:spPr>
            <a:xfrm>
              <a:off x="6536550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7" name="Google Shape;6377;p24"/>
            <p:cNvSpPr/>
            <p:nvPr/>
          </p:nvSpPr>
          <p:spPr>
            <a:xfrm>
              <a:off x="6559900" y="40115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8" name="Google Shape;6378;p24"/>
            <p:cNvSpPr/>
            <p:nvPr/>
          </p:nvSpPr>
          <p:spPr>
            <a:xfrm>
              <a:off x="6536550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9" name="Google Shape;6379;p24"/>
            <p:cNvSpPr/>
            <p:nvPr/>
          </p:nvSpPr>
          <p:spPr>
            <a:xfrm>
              <a:off x="6559900" y="399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0" name="Google Shape;6380;p24"/>
            <p:cNvSpPr/>
            <p:nvPr/>
          </p:nvSpPr>
          <p:spPr>
            <a:xfrm>
              <a:off x="6536550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3" y="625"/>
                  </a:cubicBezTo>
                  <a:cubicBezTo>
                    <a:pt x="486" y="625"/>
                    <a:pt x="625" y="484"/>
                    <a:pt x="625" y="313"/>
                  </a:cubicBezTo>
                  <a:cubicBezTo>
                    <a:pt x="625" y="140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1" name="Google Shape;6381;p24"/>
            <p:cNvSpPr/>
            <p:nvPr/>
          </p:nvSpPr>
          <p:spPr>
            <a:xfrm>
              <a:off x="6559900" y="397150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0" y="1"/>
                    <a:pt x="0" y="140"/>
                    <a:pt x="0" y="313"/>
                  </a:cubicBezTo>
                  <a:cubicBezTo>
                    <a:pt x="0" y="484"/>
                    <a:pt x="140" y="625"/>
                    <a:pt x="312" y="625"/>
                  </a:cubicBezTo>
                  <a:cubicBezTo>
                    <a:pt x="485" y="625"/>
                    <a:pt x="625" y="484"/>
                    <a:pt x="625" y="313"/>
                  </a:cubicBezTo>
                  <a:cubicBezTo>
                    <a:pt x="625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2" name="Google Shape;6382;p24"/>
            <p:cNvSpPr/>
            <p:nvPr/>
          </p:nvSpPr>
          <p:spPr>
            <a:xfrm>
              <a:off x="6536550" y="3951450"/>
              <a:ext cx="15625" cy="15650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0" y="142"/>
                    <a:pt x="0" y="313"/>
                  </a:cubicBezTo>
                  <a:cubicBezTo>
                    <a:pt x="0" y="486"/>
                    <a:pt x="140" y="625"/>
                    <a:pt x="313" y="625"/>
                  </a:cubicBezTo>
                  <a:cubicBezTo>
                    <a:pt x="486" y="625"/>
                    <a:pt x="625" y="486"/>
                    <a:pt x="625" y="313"/>
                  </a:cubicBezTo>
                  <a:cubicBezTo>
                    <a:pt x="625" y="142"/>
                    <a:pt x="486" y="1"/>
                    <a:pt x="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3" name="Google Shape;6383;p24"/>
            <p:cNvSpPr/>
            <p:nvPr/>
          </p:nvSpPr>
          <p:spPr>
            <a:xfrm>
              <a:off x="6536550" y="3931450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0" y="141"/>
                    <a:pt x="0" y="313"/>
                  </a:cubicBezTo>
                  <a:cubicBezTo>
                    <a:pt x="0" y="485"/>
                    <a:pt x="140" y="625"/>
                    <a:pt x="313" y="625"/>
                  </a:cubicBezTo>
                  <a:cubicBezTo>
                    <a:pt x="486" y="625"/>
                    <a:pt x="625" y="485"/>
                    <a:pt x="625" y="313"/>
                  </a:cubicBezTo>
                  <a:cubicBezTo>
                    <a:pt x="625" y="141"/>
                    <a:pt x="486" y="0"/>
                    <a:pt x="3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84" name="Google Shape;6384;p24"/>
          <p:cNvSpPr txBox="1">
            <a:spLocks noGrp="1"/>
          </p:cNvSpPr>
          <p:nvPr>
            <p:ph type="title"/>
          </p:nvPr>
        </p:nvSpPr>
        <p:spPr>
          <a:xfrm>
            <a:off x="2267700" y="575203"/>
            <a:ext cx="76568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p8"/>
          <p:cNvSpPr txBox="1">
            <a:spLocks noGrp="1"/>
          </p:cNvSpPr>
          <p:nvPr>
            <p:ph type="title"/>
          </p:nvPr>
        </p:nvSpPr>
        <p:spPr>
          <a:xfrm>
            <a:off x="1144433" y="1922100"/>
            <a:ext cx="9903200" cy="292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oppins SemiBold" panose="00000700000000000000"/>
              <a:buNone/>
              <a:defRPr sz="8000" b="0">
                <a:solidFill>
                  <a:schemeClr val="accent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9"/>
          <p:cNvSpPr txBox="1">
            <a:spLocks noGrp="1"/>
          </p:cNvSpPr>
          <p:nvPr>
            <p:ph type="title"/>
          </p:nvPr>
        </p:nvSpPr>
        <p:spPr>
          <a:xfrm>
            <a:off x="951100" y="719600"/>
            <a:ext cx="46996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pSp>
        <p:nvGrpSpPr>
          <p:cNvPr id="508" name="Google Shape;508;p19"/>
          <p:cNvGrpSpPr/>
          <p:nvPr/>
        </p:nvGrpSpPr>
        <p:grpSpPr>
          <a:xfrm>
            <a:off x="8695233" y="-45088"/>
            <a:ext cx="3803509" cy="1007831"/>
            <a:chOff x="6521425" y="153500"/>
            <a:chExt cx="2852632" cy="755873"/>
          </a:xfrm>
        </p:grpSpPr>
        <p:grpSp>
          <p:nvGrpSpPr>
            <p:cNvPr id="509" name="Google Shape;509;p19"/>
            <p:cNvGrpSpPr/>
            <p:nvPr/>
          </p:nvGrpSpPr>
          <p:grpSpPr>
            <a:xfrm>
              <a:off x="6521425" y="153500"/>
              <a:ext cx="2257381" cy="391400"/>
              <a:chOff x="6521425" y="153500"/>
              <a:chExt cx="2257381" cy="391400"/>
            </a:xfrm>
          </p:grpSpPr>
          <p:sp>
            <p:nvSpPr>
              <p:cNvPr id="510" name="Google Shape;510;p19"/>
              <p:cNvSpPr/>
              <p:nvPr/>
            </p:nvSpPr>
            <p:spPr>
              <a:xfrm>
                <a:off x="6623375" y="153500"/>
                <a:ext cx="2155431" cy="342293"/>
              </a:xfrm>
              <a:custGeom>
                <a:avLst/>
                <a:gdLst/>
                <a:ahLst/>
                <a:cxnLst/>
                <a:rect l="l" t="t" r="r" b="b"/>
                <a:pathLst>
                  <a:path w="49394" h="7844" extrusionOk="0">
                    <a:moveTo>
                      <a:pt x="41551" y="1"/>
                    </a:moveTo>
                    <a:lnTo>
                      <a:pt x="41369" y="31"/>
                    </a:lnTo>
                    <a:lnTo>
                      <a:pt x="34104" y="7235"/>
                    </a:lnTo>
                    <a:lnTo>
                      <a:pt x="0" y="7235"/>
                    </a:lnTo>
                    <a:lnTo>
                      <a:pt x="0" y="7843"/>
                    </a:lnTo>
                    <a:lnTo>
                      <a:pt x="34287" y="7843"/>
                    </a:lnTo>
                    <a:lnTo>
                      <a:pt x="34347" y="7813"/>
                    </a:lnTo>
                    <a:cubicBezTo>
                      <a:pt x="34378" y="7813"/>
                      <a:pt x="34439" y="7782"/>
                      <a:pt x="34469" y="7721"/>
                    </a:cubicBezTo>
                    <a:lnTo>
                      <a:pt x="41642" y="578"/>
                    </a:lnTo>
                    <a:lnTo>
                      <a:pt x="49393" y="578"/>
                    </a:lnTo>
                    <a:lnTo>
                      <a:pt x="493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6521425" y="427100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12" name="Google Shape;512;p19"/>
            <p:cNvGrpSpPr/>
            <p:nvPr/>
          </p:nvGrpSpPr>
          <p:grpSpPr>
            <a:xfrm>
              <a:off x="6826225" y="326868"/>
              <a:ext cx="2547832" cy="405548"/>
              <a:chOff x="6826225" y="344423"/>
              <a:chExt cx="2547832" cy="405548"/>
            </a:xfrm>
          </p:grpSpPr>
          <p:sp>
            <p:nvSpPr>
              <p:cNvPr id="513" name="Google Shape;513;p19"/>
              <p:cNvSpPr/>
              <p:nvPr/>
            </p:nvSpPr>
            <p:spPr>
              <a:xfrm>
                <a:off x="6928175" y="344423"/>
                <a:ext cx="2445882" cy="350889"/>
              </a:xfrm>
              <a:custGeom>
                <a:avLst/>
                <a:gdLst/>
                <a:ahLst/>
                <a:cxnLst/>
                <a:rect l="l" t="t" r="r" b="b"/>
                <a:pathLst>
                  <a:path w="56050" h="8041" extrusionOk="0">
                    <a:moveTo>
                      <a:pt x="43369" y="1"/>
                    </a:moveTo>
                    <a:cubicBezTo>
                      <a:pt x="43113" y="1"/>
                      <a:pt x="42857" y="119"/>
                      <a:pt x="42706" y="320"/>
                    </a:cubicBezTo>
                    <a:lnTo>
                      <a:pt x="35837" y="7190"/>
                    </a:lnTo>
                    <a:cubicBezTo>
                      <a:pt x="35776" y="7220"/>
                      <a:pt x="35746" y="7281"/>
                      <a:pt x="35685" y="7342"/>
                    </a:cubicBezTo>
                    <a:cubicBezTo>
                      <a:pt x="35654" y="7372"/>
                      <a:pt x="35624" y="7403"/>
                      <a:pt x="35594" y="7433"/>
                    </a:cubicBezTo>
                    <a:lnTo>
                      <a:pt x="0" y="7433"/>
                    </a:lnTo>
                    <a:lnTo>
                      <a:pt x="0" y="8041"/>
                    </a:lnTo>
                    <a:lnTo>
                      <a:pt x="35624" y="8041"/>
                    </a:lnTo>
                    <a:cubicBezTo>
                      <a:pt x="35806" y="8041"/>
                      <a:pt x="35989" y="7919"/>
                      <a:pt x="36141" y="7767"/>
                    </a:cubicBezTo>
                    <a:cubicBezTo>
                      <a:pt x="36171" y="7706"/>
                      <a:pt x="36202" y="7676"/>
                      <a:pt x="36232" y="7646"/>
                    </a:cubicBezTo>
                    <a:lnTo>
                      <a:pt x="43162" y="715"/>
                    </a:lnTo>
                    <a:lnTo>
                      <a:pt x="43193" y="655"/>
                    </a:lnTo>
                    <a:cubicBezTo>
                      <a:pt x="43223" y="594"/>
                      <a:pt x="43253" y="594"/>
                      <a:pt x="43497" y="594"/>
                    </a:cubicBezTo>
                    <a:lnTo>
                      <a:pt x="56050" y="594"/>
                    </a:lnTo>
                    <a:lnTo>
                      <a:pt x="56050" y="16"/>
                    </a:lnTo>
                    <a:lnTo>
                      <a:pt x="43527" y="16"/>
                    </a:lnTo>
                    <a:cubicBezTo>
                      <a:pt x="43475" y="6"/>
                      <a:pt x="43422" y="1"/>
                      <a:pt x="433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6826225" y="632170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515" name="Google Shape;515;p19"/>
            <p:cNvSpPr/>
            <p:nvPr/>
          </p:nvSpPr>
          <p:spPr>
            <a:xfrm>
              <a:off x="6775775" y="828445"/>
              <a:ext cx="2424560" cy="26575"/>
            </a:xfrm>
            <a:custGeom>
              <a:avLst/>
              <a:gdLst/>
              <a:ahLst/>
              <a:cxnLst/>
              <a:rect l="l" t="t" r="r" b="b"/>
              <a:pathLst>
                <a:path w="39150" h="609" extrusionOk="0">
                  <a:moveTo>
                    <a:pt x="0" y="0"/>
                  </a:moveTo>
                  <a:lnTo>
                    <a:pt x="0" y="608"/>
                  </a:lnTo>
                  <a:lnTo>
                    <a:pt x="39150" y="608"/>
                  </a:lnTo>
                  <a:lnTo>
                    <a:pt x="39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6673825" y="791573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1" y="2007"/>
                  </a:moveTo>
                  <a:cubicBezTo>
                    <a:pt x="1" y="3830"/>
                    <a:pt x="2189" y="4712"/>
                    <a:pt x="3466" y="3466"/>
                  </a:cubicBezTo>
                  <a:cubicBezTo>
                    <a:pt x="4742" y="2189"/>
                    <a:pt x="3830" y="1"/>
                    <a:pt x="2037" y="1"/>
                  </a:cubicBezTo>
                  <a:cubicBezTo>
                    <a:pt x="912" y="1"/>
                    <a:pt x="1" y="912"/>
                    <a:pt x="1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565000" y="167151"/>
            <a:ext cx="389367" cy="390100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2184985" y="744217"/>
            <a:ext cx="390815" cy="391184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2122333" y="483467"/>
            <a:ext cx="233351" cy="36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10431833" y="269833"/>
            <a:ext cx="775733" cy="776467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11598200" y="1489984"/>
            <a:ext cx="389367" cy="390100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11571133" y="2109067"/>
            <a:ext cx="233351" cy="36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D403-EABC-87BC-9AD7-8FA3DAD22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66402-4610-1A3E-B1E6-CA47AD28A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566B-B002-9C40-C393-BDE9DCA90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29B21-4688-0BE1-406C-B4A82DA2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5D7D0-97F8-A032-451D-CF899E4F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35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F95B-B174-FDFB-A34C-34F8AC94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C4C4-8CDA-5CF5-1A47-2B7B6A0C2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2223-0AB9-8A63-4A35-87BE5E1B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CA011-972D-6715-7ECC-5D9EDC65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019C8-ACFE-2FE8-242C-939A8B58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70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9A14-128D-B296-4020-7B0E3BC4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A1FB4-4B8A-B456-87D5-72DE6F66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37825-67A8-5878-B85A-2E96A4B1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6C856-6891-C592-F84F-F2833B5B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9E8D-8E2C-E48D-4D4E-830899B5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696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5639-522F-B2E1-82BD-E1D211C8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431F-654D-71C8-F1E0-8955A78F8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58106-8DEE-CAF6-497B-C42F16DD4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265F0-4DB0-9666-D273-D997C1EA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B5B40-D973-29C6-3492-F6AE3CB9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5E856-420E-256E-AD58-DB57E4FE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238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D459-0D1E-6CA3-C3B0-69DA66F9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57A6F-D7CF-1AD7-958C-71E301AA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CD58B-BB8A-85A8-7ABE-22FC55084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55C3E0-68CC-F2B2-BB3D-855A6CDEB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817C5-3A79-A63A-56FA-305886A4E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CC8AF-11E6-67CE-47F3-540990941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C89B9-5036-8732-A487-620ECEA1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DAB64-99AE-88F9-2B62-4F2A5D2D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18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0090-9211-FFB1-ACC6-D77741EB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F10B1E-BF2F-2AD9-793A-85171F8A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AF13A-22EB-AC9F-1EA5-09E8D4B30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3EADC-6778-747B-1800-2C6D643A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112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89C8F-353D-C459-136B-2BF22593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DF0D1-4445-D854-71B4-E88D1D7C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9A7E3-6853-CCC6-3826-FDD15EA3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26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9917-D280-DB20-0E7B-329644EC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20AE7-F5C4-F7F5-F85F-C64DBA66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1B49B-A231-835C-E3E5-AFE58D3F5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B3842-56CA-3A3D-D8C6-A92C6542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0422F-A978-4718-65B0-52F93064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F814C-8BB9-DC7D-5B30-E5DE0C97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950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E164-C738-56F5-470C-A419FC14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F648C-BFB3-8F7A-7C66-F7024EB56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499A9-CC24-3D3E-2EDD-E4A90050D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47E89-B91C-D2C5-D75B-042217DB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A8B9B-6AFE-0282-A53F-4B45B35A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05EDA-DC4D-45DE-8546-CD036E9A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87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AB41-E52F-0D9B-07D0-9BF2BBDF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9C70D-066C-0D3E-A09D-ADD685F1C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10B48-A107-26D2-16C7-1C406173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8FC74-482B-4FE1-C381-32FE2243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929DC-5DA3-CC73-E5F5-61C3382A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593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28759A-E1CC-F1E6-EAE8-55B0DB2DA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88C64-84C0-0070-2E44-D776031B8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56CFA-5665-2141-FE68-9B31B0A4B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8C99B-C727-99CF-67B8-3B6FEFBC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A923F-8A07-AB6F-C72F-07AED19D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DB72F5-9074-2D1A-3CA3-48DEBEED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795A0-305F-0442-85CE-4E7EA3A34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C46BE-AAF3-1CC6-9A93-88B327295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04089-87F5-48CF-9FB9-B8335D73DFD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CB6E0-FC13-1A1E-4301-F2D5118B2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C86BA-7B8F-257C-400D-7752F9D30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405A-F659-4B23-8A51-B2A81192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1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dn.openai.com/research-covers/language-unsupervised/language_understanding_paper.pdf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cdn.openai.com/better-language-models/language_models_are_unsupervised_multitask_learners.pdf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10.07467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2.05202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1929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1.03961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2.13971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5.11794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9.09515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9.06180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5.04434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9.06180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9.xml"/><Relationship Id="rId3" Type="http://schemas.openxmlformats.org/officeDocument/2006/relationships/slide" Target="slide11.xml"/><Relationship Id="rId7" Type="http://schemas.openxmlformats.org/officeDocument/2006/relationships/slide" Target="slide13.xml"/><Relationship Id="rId12" Type="http://schemas.openxmlformats.org/officeDocument/2006/relationships/slide" Target="slide1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11" Type="http://schemas.openxmlformats.org/officeDocument/2006/relationships/slide" Target="slide17.xml"/><Relationship Id="rId5" Type="http://schemas.openxmlformats.org/officeDocument/2006/relationships/slide" Target="slide10.xml"/><Relationship Id="rId15" Type="http://schemas.openxmlformats.org/officeDocument/2006/relationships/slide" Target="slide21.xml"/><Relationship Id="rId10" Type="http://schemas.openxmlformats.org/officeDocument/2006/relationships/slide" Target="slide16.xml"/><Relationship Id="rId4" Type="http://schemas.openxmlformats.org/officeDocument/2006/relationships/slide" Target="slide9.xml"/><Relationship Id="rId9" Type="http://schemas.openxmlformats.org/officeDocument/2006/relationships/slide" Target="slide15.xml"/><Relationship Id="rId14" Type="http://schemas.openxmlformats.org/officeDocument/2006/relationships/slide" Target="slide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yemahamed/NLM" TargetMode="External"/><Relationship Id="rId7" Type="http://schemas.openxmlformats.org/officeDocument/2006/relationships/hyperlink" Target="https://github.com/duttaturja/nanoGP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mmtq/miniGPT2-from-scratch-using-pyTorch" TargetMode="External"/><Relationship Id="rId5" Type="http://schemas.openxmlformats.org/officeDocument/2006/relationships/hyperlink" Target="https://github.com/Sayemahamed/GPT-2-from_scratch" TargetMode="External"/><Relationship Id="rId4" Type="http://schemas.openxmlformats.org/officeDocument/2006/relationships/hyperlink" Target="https://huggingface.co/Sayempro/ReaComplete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54CBD9-DB7A-0B09-B247-5C78A943AA1D}"/>
              </a:ext>
            </a:extLst>
          </p:cNvPr>
          <p:cNvSpPr txBox="1"/>
          <p:nvPr/>
        </p:nvSpPr>
        <p:spPr>
          <a:xfrm>
            <a:off x="3557452" y="0"/>
            <a:ext cx="507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the name of Allah, Most Gracious, Most Merciful.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419CB9-EFB1-DB81-226E-E4877481DC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58" y="524437"/>
            <a:ext cx="1485883" cy="1568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3B3312-E845-72EF-96D6-11706AB90614}"/>
              </a:ext>
            </a:extLst>
          </p:cNvPr>
          <p:cNvSpPr txBox="1"/>
          <p:nvPr/>
        </p:nvSpPr>
        <p:spPr>
          <a:xfrm>
            <a:off x="3067768" y="6112283"/>
            <a:ext cx="6056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International Islamic University Chittagong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BC55F4-3498-023C-3FC2-FD10B898EC04}"/>
              </a:ext>
            </a:extLst>
          </p:cNvPr>
          <p:cNvSpPr/>
          <p:nvPr/>
        </p:nvSpPr>
        <p:spPr>
          <a:xfrm>
            <a:off x="993058" y="2527373"/>
            <a:ext cx="11198942" cy="99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723E1-3239-105C-F567-D2FB1247B00F}"/>
              </a:ext>
            </a:extLst>
          </p:cNvPr>
          <p:cNvSpPr txBox="1"/>
          <p:nvPr/>
        </p:nvSpPr>
        <p:spPr>
          <a:xfrm>
            <a:off x="5353058" y="4653443"/>
            <a:ext cx="356114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b="1" i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</a:t>
            </a:r>
            <a:br>
              <a:rPr lang="en-US" dirty="0"/>
            </a:br>
            <a:r>
              <a:rPr lang="en-US" b="1" dirty="0">
                <a:solidFill>
                  <a:srgbClr val="000000"/>
                </a:solidFill>
                <a:latin typeface="Times" panose="02020603050405020304" pitchFamily="18" charset="0"/>
              </a:rPr>
              <a:t>Jamil As-Ad</a:t>
            </a:r>
            <a:endParaRPr lang="it-IT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</a:t>
            </a:r>
          </a:p>
          <a:p>
            <a:pPr lvl="0">
              <a:defRPr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IIUC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3FA47F-3BD5-0162-4E64-CEDDF31B579D}"/>
              </a:ext>
            </a:extLst>
          </p:cNvPr>
          <p:cNvSpPr txBox="1"/>
          <p:nvPr/>
        </p:nvSpPr>
        <p:spPr>
          <a:xfrm>
            <a:off x="1069897" y="4782628"/>
            <a:ext cx="3995742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b="1" i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lang="en-US" sz="1100" i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Mir Md. Tarhimul Quader (</a:t>
            </a:r>
            <a:r>
              <a:rPr lang="en-US" b="1" dirty="0">
                <a:solidFill>
                  <a:srgbClr val="000000"/>
                </a:solidFill>
                <a:latin typeface="Times" panose="02020603050405020304" pitchFamily="18" charset="0"/>
              </a:rPr>
              <a:t>C221017</a:t>
            </a: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)</a:t>
            </a: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Md. Iftaker Ahamed Sayem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C221020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Turja Dutta (</a:t>
            </a:r>
            <a:r>
              <a:rPr lang="en-US" b="1" dirty="0">
                <a:solidFill>
                  <a:srgbClr val="000000"/>
                </a:solidFill>
                <a:latin typeface="Times" panose="02020603050405020304" pitchFamily="18" charset="0"/>
              </a:rPr>
              <a:t>C221026</a:t>
            </a:r>
            <a:r>
              <a:rPr lang="en-US" dirty="0">
                <a:solidFill>
                  <a:srgbClr val="000000"/>
                </a:solidFill>
                <a:latin typeface="Times" panose="02020603050405020304" pitchFamily="18" charset="0"/>
              </a:rPr>
              <a:t>)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11CA1-E1F7-F09F-5B2B-8D5BF5C6269F}"/>
              </a:ext>
            </a:extLst>
          </p:cNvPr>
          <p:cNvSpPr txBox="1"/>
          <p:nvPr/>
        </p:nvSpPr>
        <p:spPr>
          <a:xfrm>
            <a:off x="998953" y="2572994"/>
            <a:ext cx="1019409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b="1" dirty="0">
                <a:solidFill>
                  <a:srgbClr val="1F4E79"/>
                </a:solidFill>
                <a:latin typeface="Times" panose="02020603050405020304" pitchFamily="18" charset="0"/>
              </a:rPr>
              <a:t>CacheFlow: Memory-Aware Expert Scheduling for Efficient Mixture-of-Experts Models</a:t>
            </a:r>
            <a:endParaRPr lang="en-US" sz="28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9C8233-D21C-1EA3-3506-BDF597A35C27}"/>
              </a:ext>
            </a:extLst>
          </p:cNvPr>
          <p:cNvSpPr txBox="1"/>
          <p:nvPr/>
        </p:nvSpPr>
        <p:spPr>
          <a:xfrm>
            <a:off x="8569046" y="4653442"/>
            <a:ext cx="389357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b="1" i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 - Supervisor </a:t>
            </a:r>
            <a:endParaRPr lang="en-US" sz="1100" b="1" i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it-IT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Arif Mohammed Asfe</a:t>
            </a:r>
          </a:p>
          <a:p>
            <a:pPr lvl="0">
              <a:defRPr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Adjunct Lecturer,</a:t>
            </a:r>
          </a:p>
          <a:p>
            <a:pPr lvl="0">
              <a:defRPr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IIUC</a:t>
            </a:r>
          </a:p>
        </p:txBody>
      </p:sp>
      <p:pic>
        <p:nvPicPr>
          <p:cNvPr id="3" name="Picture 2" descr="Iiuc-logo_new">
            <a:extLst>
              <a:ext uri="{FF2B5EF4-FFF2-40B4-BE49-F238E27FC236}">
                <a16:creationId xmlns:a16="http://schemas.microsoft.com/office/drawing/2014/main" id="{46382491-F29F-A6B4-752B-793AF1F82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" y="6273513"/>
            <a:ext cx="401320" cy="42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2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7E7C1B-8A94-B5C9-7C5E-B8C69B79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21524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7389-61A3-358D-D00E-6EEA9221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750" y="416564"/>
            <a:ext cx="11198679" cy="55172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84604-9E5D-0CB2-D5D8-A4D0EFDDB01B}"/>
              </a:ext>
            </a:extLst>
          </p:cNvPr>
          <p:cNvSpPr txBox="1"/>
          <p:nvPr/>
        </p:nvSpPr>
        <p:spPr>
          <a:xfrm>
            <a:off x="1326776" y="1493518"/>
            <a:ext cx="96174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Mixture-of-Experts (MoE) models scale neural networks to trillions of parameters without proportional computational cost.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Only a subset of specialized experts is activated per token, enabling state-of-the-art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MoE deployment is limited by memory bottlenecks, GPU underutilization, and high latency.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This research designs a modular, memory-efficient scheduling and caching framework to optimize inference.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Dynamic token scheduling and caching strategies aim to make large models cost-effective and widely accessible.</a:t>
            </a:r>
          </a:p>
        </p:txBody>
      </p:sp>
      <p:pic>
        <p:nvPicPr>
          <p:cNvPr id="10" name="Picture 9" descr="Iiuc-logo_new">
            <a:extLst>
              <a:ext uri="{FF2B5EF4-FFF2-40B4-BE49-F238E27FC236}">
                <a16:creationId xmlns:a16="http://schemas.microsoft.com/office/drawing/2014/main" id="{F60B8315-689F-F0FD-BCF6-ED7323F3A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8E7248-A3ED-B26B-477E-CFC0278F6762}"/>
              </a:ext>
            </a:extLst>
          </p:cNvPr>
          <p:cNvCxnSpPr/>
          <p:nvPr/>
        </p:nvCxnSpPr>
        <p:spPr>
          <a:xfrm>
            <a:off x="9892145" y="80930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s 38">
            <a:extLst>
              <a:ext uri="{FF2B5EF4-FFF2-40B4-BE49-F238E27FC236}">
                <a16:creationId xmlns:a16="http://schemas.microsoft.com/office/drawing/2014/main" id="{207C64D1-3B6C-E10D-8A2C-6CB91C999706}"/>
              </a:ext>
            </a:extLst>
          </p:cNvPr>
          <p:cNvSpPr/>
          <p:nvPr/>
        </p:nvSpPr>
        <p:spPr>
          <a:xfrm>
            <a:off x="1461750" y="941789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02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ADFB-419E-966F-9A4F-E68F41E0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79DF9D-AF1B-A11D-097C-1343C532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14076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37"/>
          <p:cNvSpPr txBox="1"/>
          <p:nvPr/>
        </p:nvSpPr>
        <p:spPr>
          <a:xfrm>
            <a:off x="1524000" y="8689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6" name="Picture 15" descr="Iiuc-logo_new">
            <a:extLst>
              <a:ext uri="{FF2B5EF4-FFF2-40B4-BE49-F238E27FC236}">
                <a16:creationId xmlns:a16="http://schemas.microsoft.com/office/drawing/2014/main" id="{AC869976-071F-D513-5C39-9B292AEC8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2" name="Rectangles 38">
            <a:extLst>
              <a:ext uri="{FF2B5EF4-FFF2-40B4-BE49-F238E27FC236}">
                <a16:creationId xmlns:a16="http://schemas.microsoft.com/office/drawing/2014/main" id="{3DCC4180-24E5-8D5B-E9C4-955AEEE99094}"/>
              </a:ext>
            </a:extLst>
          </p:cNvPr>
          <p:cNvSpPr/>
          <p:nvPr/>
        </p:nvSpPr>
        <p:spPr>
          <a:xfrm>
            <a:off x="1524000" y="844354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7F2C3-65EA-EAB9-7D8E-7F7F47822123}"/>
              </a:ext>
            </a:extLst>
          </p:cNvPr>
          <p:cNvSpPr txBox="1"/>
          <p:nvPr/>
        </p:nvSpPr>
        <p:spPr>
          <a:xfrm>
            <a:off x="1425387" y="1018389"/>
            <a:ext cx="9617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MoE models require all parameters in memory despite activating few experts per token, causing inefficiencies.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High VRAM demand and execution stalls create significant latency overhead.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Static pinning and naive LRU caching fail to address dynamic workloads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Hardware limitations prevent smaller research groups from deploying advanced AI models..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357EC-84AF-EC56-B8D8-2832890A748F}"/>
              </a:ext>
            </a:extLst>
          </p:cNvPr>
          <p:cNvSpPr txBox="1"/>
          <p:nvPr/>
        </p:nvSpPr>
        <p:spPr>
          <a:xfrm>
            <a:off x="1524000" y="4514850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Times New Roman"/>
              </a:rPr>
              <a:t>Goal: </a:t>
            </a:r>
            <a:r>
              <a:rPr lang="en-US" sz="2800" dirty="0">
                <a:solidFill>
                  <a:srgbClr val="000000"/>
                </a:solidFill>
                <a:latin typeface="Times New Roman"/>
              </a:rPr>
              <a:t>Develop a memory-sensitive caching and scheduling framework for low-latency, scalable MoE inference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4500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91D3C-8750-A644-4D32-FA1607A3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8BDC52-3D34-3230-5F12-435258FF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18486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37"/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9" name="Rectangles 38"/>
          <p:cNvSpPr/>
          <p:nvPr/>
        </p:nvSpPr>
        <p:spPr>
          <a:xfrm>
            <a:off x="1524000" y="706755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iuc-logo_new">
            <a:extLst>
              <a:ext uri="{FF2B5EF4-FFF2-40B4-BE49-F238E27FC236}">
                <a16:creationId xmlns:a16="http://schemas.microsoft.com/office/drawing/2014/main" id="{61D463C3-3EF3-79AE-D1AF-453720A3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4E36FD-5D8E-9653-FFBC-50C54BD393C2}"/>
              </a:ext>
            </a:extLst>
          </p:cNvPr>
          <p:cNvSpPr txBox="1"/>
          <p:nvPr/>
        </p:nvSpPr>
        <p:spPr>
          <a:xfrm>
            <a:off x="1318281" y="819025"/>
            <a:ext cx="9771060" cy="7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Concurrency-Aware Scheduling:</a:t>
            </a:r>
            <a:r>
              <a:rPr lang="en-US" sz="2000" dirty="0"/>
              <a:t> Develop a token scheduler capable of overlapping computation with expert loading, minimizing idle GPU time.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CFDB8-D852-9F11-AA2B-E81E6D1651E3}"/>
              </a:ext>
            </a:extLst>
          </p:cNvPr>
          <p:cNvSpPr txBox="1"/>
          <p:nvPr/>
        </p:nvSpPr>
        <p:spPr>
          <a:xfrm>
            <a:off x="1318279" y="1596802"/>
            <a:ext cx="9771061" cy="7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Dynamic Expert Caching:</a:t>
            </a:r>
            <a:r>
              <a:rPr lang="en-US" sz="2000" dirty="0"/>
              <a:t> Design an intelligent caching mechanism that prioritizes high-demand experts based on a composite scoring policy.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A8B59-8C52-4979-B099-B98F8036FBC2}"/>
              </a:ext>
            </a:extLst>
          </p:cNvPr>
          <p:cNvSpPr txBox="1"/>
          <p:nvPr/>
        </p:nvSpPr>
        <p:spPr>
          <a:xfrm>
            <a:off x="1318279" y="2374579"/>
            <a:ext cx="9555441" cy="11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Priority-Based Expert Loading Policy:</a:t>
            </a:r>
            <a:r>
              <a:rPr lang="en-US" sz="2000" dirty="0"/>
              <a:t> Introduce a scoring system incorporating demand frequency, load cost, confidence levels, and token wait time to guide expert replacement.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A4800-CBB0-EB46-8A23-E56C14E884E1}"/>
              </a:ext>
            </a:extLst>
          </p:cNvPr>
          <p:cNvSpPr txBox="1"/>
          <p:nvPr/>
        </p:nvSpPr>
        <p:spPr>
          <a:xfrm>
            <a:off x="1318277" y="4275197"/>
            <a:ext cx="9555441" cy="7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Modular PyTorch Toolkit:</a:t>
            </a:r>
            <a:r>
              <a:rPr lang="en-US" sz="2000" dirty="0"/>
              <a:t> Deliver a scalable, extensible implementation for researchers and practitioners.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E0634-4BDC-D104-9DB7-20273B8378BD}"/>
              </a:ext>
            </a:extLst>
          </p:cNvPr>
          <p:cNvSpPr txBox="1"/>
          <p:nvPr/>
        </p:nvSpPr>
        <p:spPr>
          <a:xfrm>
            <a:off x="1318278" y="3488825"/>
            <a:ext cx="9555441" cy="77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Comparative Evaluation:</a:t>
            </a:r>
            <a:r>
              <a:rPr lang="en-US" sz="2000" dirty="0"/>
              <a:t> Benchmark against state-of-the-art approaches (</a:t>
            </a:r>
            <a:r>
              <a:rPr lang="en-US" sz="2000" dirty="0" err="1"/>
              <a:t>vLLM</a:t>
            </a:r>
            <a:r>
              <a:rPr lang="en-US" sz="2000" dirty="0"/>
              <a:t>, static pinning, LRU caching) across multiple hardware configurations.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2A093-1592-E025-99A4-46BDB9C0AF5A}"/>
              </a:ext>
            </a:extLst>
          </p:cNvPr>
          <p:cNvSpPr txBox="1"/>
          <p:nvPr/>
        </p:nvSpPr>
        <p:spPr>
          <a:xfrm>
            <a:off x="1318276" y="5035500"/>
            <a:ext cx="95554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Ablation Studies &amp; Insights:</a:t>
            </a:r>
            <a:r>
              <a:rPr lang="en-US" sz="2000" dirty="0"/>
              <a:t> Provide an in-depth analysis of scheduling complexity, memory usage, and inference trade-offs to inform future MoE optimization research.</a:t>
            </a:r>
          </a:p>
        </p:txBody>
      </p:sp>
    </p:spTree>
    <p:extLst>
      <p:ext uri="{BB962C8B-B14F-4D97-AF65-F5344CB8AC3E}">
        <p14:creationId xmlns:p14="http://schemas.microsoft.com/office/powerpoint/2010/main" val="226529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62788-EC79-7C09-2243-DF7AC223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2B4043-8433-D706-4A35-85D2DD44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48813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1468D2C6-C50D-739D-38A2-15C329B4BD1F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E1966EDD-0688-1AA4-9C52-E79DC0FC813D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5E8F23-183A-4AC0-9F2E-6E448FAE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1" y="835463"/>
            <a:ext cx="10515600" cy="741249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Attention Is All You Need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577722-B104-3C8A-5836-528DCF91E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41" y="1576712"/>
            <a:ext cx="10515600" cy="5281288"/>
          </a:xfrm>
        </p:spPr>
        <p:txBody>
          <a:bodyPr/>
          <a:lstStyle/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Vaswani et al., 2017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This seminal work introduced the Transformer model, replacing recurrent networks with attention mechanisms, enabling full parallelization. This architecture laid the groundwork for modular expert models, providing a scalable base that MoE systems build upon.</a:t>
            </a:r>
          </a:p>
          <a:p>
            <a:r>
              <a:rPr lang="en-US" dirty="0"/>
              <a:t>Limitations: 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High computational requirements for training and inference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No focus on sparsity or memory optimization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61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1C94-B1B7-B988-D09C-05144190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0EC30B64-2CF2-78D9-1F8A-5F6D5C0D4040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37D2C16-427A-53C2-6DF3-D386ED7F4DCC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C33F20-49D5-33AE-0632-1F0B7D9B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1" y="934515"/>
            <a:ext cx="10515600" cy="74124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Improving Language Understanding by Generative Pre-Training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BACA05-4B3E-5B0B-C96C-96D89B154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41" y="1837077"/>
            <a:ext cx="10515600" cy="5281288"/>
          </a:xfrm>
        </p:spPr>
        <p:txBody>
          <a:bodyPr/>
          <a:lstStyle/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Radford et al., 2018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This paper demonstrated that large-scale pretraining followed by fine-tuning yields state-of-the-art results, validating transfer learning for NLP. It influenced our approach by emphasizing scalable, reusable model components.</a:t>
            </a:r>
          </a:p>
          <a:p>
            <a:r>
              <a:rPr lang="en-US" dirty="0"/>
              <a:t>Limitations: 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Requires task-specific fine-tuning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Does not address inference optimization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73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7FCC-03FE-7922-27E0-FCFBF9B1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7DDF4996-1512-D491-7AB2-B9DCF31EC070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D47BA54E-2A89-A66B-D299-80A645F68D08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020313-1042-B11D-097B-540E02D993E9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2060"/>
                </a:solidFill>
              </a:rPr>
              <a:t>Language Models are Unsupervised Multitask Learners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AB96FA-54F9-B1B2-0999-928658170987}"/>
              </a:ext>
            </a:extLst>
          </p:cNvPr>
          <p:cNvSpPr txBox="1">
            <a:spLocks/>
          </p:cNvSpPr>
          <p:nvPr/>
        </p:nvSpPr>
        <p:spPr>
          <a:xfrm>
            <a:off x="838200" y="2164541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Radford et al., 2019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This paper demonstrated that large-scale pretraining followed by fine-tuning yields state-of-the-art results, validating transfer learning for NLP. It influenced our approach by emphasizing scalable, reusable model components.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Extremely high compute cost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No modularity for deployment efficiency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04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B5CB-F9A8-836B-3CE8-39FC4E07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9AF1FBF7-65C1-5A21-D43E-E3D51F85FC08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0F05891D-C5F6-91C6-C9E8-B121841A1B40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94D209-0AB9-C1DE-2B2C-57D2280F3CA1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2060"/>
                </a:solidFill>
              </a:rPr>
              <a:t>Root Mean Square Layer Normalization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C2C15D-8DB9-73AC-AC22-A430C81E2F5A}"/>
              </a:ext>
            </a:extLst>
          </p:cNvPr>
          <p:cNvSpPr txBox="1">
            <a:spLocks/>
          </p:cNvSpPr>
          <p:nvPr/>
        </p:nvSpPr>
        <p:spPr>
          <a:xfrm>
            <a:off x="954741" y="1772655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Zhang &amp; </a:t>
            </a:r>
            <a:r>
              <a:rPr lang="en-US" dirty="0" err="1">
                <a:solidFill>
                  <a:srgbClr val="323232"/>
                </a:solidFill>
                <a:latin typeface="Calibri Light"/>
              </a:rPr>
              <a:t>Sennrich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, 2019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Stabilized extremely deep models, improving convergence for large Transformer networks. Relevant for enabling deeper MoE stacks.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Did not address caching or sparse activation challenges; scaling 	to trillion-parameter models remained unexplored.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119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C680-DA99-E257-E231-35ADDBB2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213EF9E8-FBFA-F935-5132-FB141A8AC7DE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2FCF2296-72FB-6A01-B172-7018ACDBA7FA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473D9A-9B62-FC23-2FCE-8F5038673711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2060"/>
                </a:solidFill>
              </a:rPr>
              <a:t>GLU Variants Improve Transformer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915C25-3A25-60FE-241D-C618F3BA8544}"/>
              </a:ext>
            </a:extLst>
          </p:cNvPr>
          <p:cNvSpPr txBox="1">
            <a:spLocks/>
          </p:cNvSpPr>
          <p:nvPr/>
        </p:nvSpPr>
        <p:spPr>
          <a:xfrm>
            <a:off x="954741" y="1772655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 err="1">
                <a:solidFill>
                  <a:srgbClr val="323232"/>
                </a:solidFill>
                <a:latin typeface="Calibri Light"/>
              </a:rPr>
              <a:t>Shazeer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, 2020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Introduced gating in FFN layers to enhance representational power, inspiring the gating mechanisms in MoE routing.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Added training complexity and parameter overhead; inference 	optimizations were not explored.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10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626C-46DC-D533-EA39-B435D207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43C08755-6D2D-C98B-9773-DFE7733810C9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2609152-F9F3-453E-F610-FDFE6637325C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EDABF7-6ED0-D3AE-F8EA-18B9FB579541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2060"/>
                </a:solidFill>
              </a:rPr>
              <a:t>An Image is Worth 16x16 Words: Transformers for Image Recognition at Scale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A31F8E-E35A-DD19-5D7D-2C28E562272B}"/>
              </a:ext>
            </a:extLst>
          </p:cNvPr>
          <p:cNvSpPr txBox="1">
            <a:spLocks/>
          </p:cNvSpPr>
          <p:nvPr/>
        </p:nvSpPr>
        <p:spPr>
          <a:xfrm>
            <a:off x="954741" y="2164541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 err="1">
                <a:solidFill>
                  <a:srgbClr val="323232"/>
                </a:solidFill>
                <a:latin typeface="Calibri Light"/>
              </a:rPr>
              <a:t>Dosovitskiy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, A., et al, 2020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Introduced Vision Transformer (</a:t>
            </a:r>
            <a:r>
              <a:rPr lang="en-US" dirty="0" err="1">
                <a:solidFill>
                  <a:srgbClr val="323232"/>
                </a:solidFill>
                <a:latin typeface="Calibri Light"/>
              </a:rPr>
              <a:t>ViT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), applying Transformer architecture to images and outperforming CNNs on large datasets 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Requires massive datasets and compute.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Less efficient than CNNs for small-scale tasks.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48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C912-9C27-2ADC-C3F3-59D5227F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F1E93ECF-3D22-8FE5-32B1-EB9E1FF09B45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669FC1F7-A8F1-E799-30CC-83AF2DC4BF5A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137F8F-EC6B-7F32-8E4B-D9D9746D35CE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Switch Transformers: Scaling to Trillion Parameter Models with Simple and Efficient Sparsity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A0DB1F-9F60-CBE1-6192-C5395757BAE8}"/>
              </a:ext>
            </a:extLst>
          </p:cNvPr>
          <p:cNvSpPr txBox="1">
            <a:spLocks/>
          </p:cNvSpPr>
          <p:nvPr/>
        </p:nvSpPr>
        <p:spPr>
          <a:xfrm>
            <a:off x="954741" y="1952270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Fedus, W., </a:t>
            </a:r>
            <a:r>
              <a:rPr lang="en-US" dirty="0" err="1">
                <a:solidFill>
                  <a:srgbClr val="323232"/>
                </a:solidFill>
                <a:latin typeface="Calibri Light"/>
              </a:rPr>
              <a:t>Zoph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, B., </a:t>
            </a:r>
            <a:r>
              <a:rPr lang="en-US" dirty="0" err="1">
                <a:solidFill>
                  <a:srgbClr val="323232"/>
                </a:solidFill>
                <a:latin typeface="Calibri Light"/>
              </a:rPr>
              <a:t>Shazeer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, N. 2021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Scaled models to trillions of parameters using sparse MoE, routing each token to a single expert.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Expert load imbalance.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Communication overhead in distributed setups.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87031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151F-1D7D-52DE-E71D-A7A2751A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176DAA4B-B100-24D5-2402-F0A408C79736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F7CEB393-9E34-1D10-6AFE-AD0039536A95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6C8392-C6E8-A94A-F08A-4AABC68B8FF8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LLaMA: Open and Efficient Foundation Language Models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CA8734-0950-9CB8-DCCF-73EE280D4063}"/>
              </a:ext>
            </a:extLst>
          </p:cNvPr>
          <p:cNvSpPr txBox="1">
            <a:spLocks/>
          </p:cNvSpPr>
          <p:nvPr/>
        </p:nvSpPr>
        <p:spPr>
          <a:xfrm>
            <a:off x="954741" y="1952270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Touvron, H., et al 2023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Released open and efficient foundation models that match closed-source LLMs while using fewer resources.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Limited multilingual coverage.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Still heavy for low-resource devices.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0024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3B40-A719-8AAC-1731-2CB46DA2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BFAA6E12-C5D2-9875-9109-AAB8C7C3F880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F4F605CE-AEFB-7096-B95E-A7C8543B698B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A4E021-6FE9-87B7-E624-8630E815B160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MoE-Infinity: Efficient MoE Inference on Personal Machines with Sparsity-Aware Expert Cache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8BAE8D-A8E7-F8C1-E0D9-A034AE2F0248}"/>
              </a:ext>
            </a:extLst>
          </p:cNvPr>
          <p:cNvSpPr txBox="1">
            <a:spLocks/>
          </p:cNvSpPr>
          <p:nvPr/>
        </p:nvSpPr>
        <p:spPr>
          <a:xfrm>
            <a:off x="954741" y="2017584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Zuo, S., et al 2023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Proposed sparsity-aware expert caching, enabling MoE inference on personal/edge devices.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Depends on cache hit rates.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Complex caching policy management.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509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DD90-83B0-B2C1-59E7-B6B8807B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953E4727-DFE2-1DF0-5ADC-F843D5778C65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93B72660-F9BC-AF5C-0435-18765ED73F0A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316DAB-98AD-245D-C49F-1CCCDFF1B61A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SwapMoE: Serving Off-the-shelf MoE-based Large Language Models with Tunable Memory Budget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CEB5AB-0F13-6ED9-50EC-A32760409289}"/>
              </a:ext>
            </a:extLst>
          </p:cNvPr>
          <p:cNvSpPr txBox="1">
            <a:spLocks/>
          </p:cNvSpPr>
          <p:nvPr/>
        </p:nvSpPr>
        <p:spPr>
          <a:xfrm>
            <a:off x="954741" y="2050242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Yoo, H., Lee, H. 2023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Introduced memory swapping between CPU and GPU to serve MoE models under tight VRAM budgets.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Swapping adds latency.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Requires careful tuning for efficiency.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11773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A938-B172-9E03-B285-DE415376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D5FBC2DC-F00D-A6CE-BC80-755FFA27C34B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A9CAFC6A-FB6C-6086-5F19-97D5D04A9F6B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017FEE-C54E-5BAA-E777-3D5D4B0FC842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Efficient Memory Management for Large Language Model Serving with PagedAttention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AAF43C-FE8D-8E7E-F0ED-CA4FCD35D3BF}"/>
              </a:ext>
            </a:extLst>
          </p:cNvPr>
          <p:cNvSpPr txBox="1">
            <a:spLocks/>
          </p:cNvSpPr>
          <p:nvPr/>
        </p:nvSpPr>
        <p:spPr>
          <a:xfrm>
            <a:off x="954741" y="2017584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Kwon, W., et al. 2023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Proposed PagedAttention to extend context length by paging attention states between CPU and GPU.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Paging Overhead.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Bottlenecks at high-throughput loads.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91887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F61B-81C2-EF19-EAF2-66342F7C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6AD0C7C6-99C0-F368-1101-8484F91D7FCD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AE6DFEF1-8B6B-F912-0E1D-9FC33666AF43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CB700-867E-429E-E34A-CC662BFAC3F6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DeepSeek-V2: A Strong, Economical and Efficient Mixture-of-Experts Language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2F198E-C5FB-492A-4CCC-757F17BA5EA4}"/>
              </a:ext>
            </a:extLst>
          </p:cNvPr>
          <p:cNvSpPr txBox="1">
            <a:spLocks/>
          </p:cNvSpPr>
          <p:nvPr/>
        </p:nvSpPr>
        <p:spPr>
          <a:xfrm>
            <a:off x="954741" y="2017584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Liang, W., et al. 2024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Designed cost-efficient MoE models achieving strong benchmark results with lower training costs.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Limited evaluation across diverse languages.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Optimized mainly for training, not inference.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91979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4AB3-7A4F-023A-E3D3-E452C256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38">
            <a:extLst>
              <a:ext uri="{FF2B5EF4-FFF2-40B4-BE49-F238E27FC236}">
                <a16:creationId xmlns:a16="http://schemas.microsoft.com/office/drawing/2014/main" id="{D245A898-F029-925E-B35F-0FB13AC5491C}"/>
              </a:ext>
            </a:extLst>
          </p:cNvPr>
          <p:cNvSpPr/>
          <p:nvPr/>
        </p:nvSpPr>
        <p:spPr>
          <a:xfrm>
            <a:off x="1524000" y="773202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80B9474F-89A2-3D09-E276-E146576A926A}"/>
              </a:ext>
            </a:extLst>
          </p:cNvPr>
          <p:cNvSpPr txBox="1"/>
          <p:nvPr/>
        </p:nvSpPr>
        <p:spPr>
          <a:xfrm>
            <a:off x="1524000" y="66447"/>
            <a:ext cx="724439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42C9D3-9AAD-6A68-2B86-CBA94C249B07}"/>
              </a:ext>
            </a:extLst>
          </p:cNvPr>
          <p:cNvSpPr txBox="1">
            <a:spLocks/>
          </p:cNvSpPr>
          <p:nvPr/>
        </p:nvSpPr>
        <p:spPr>
          <a:xfrm>
            <a:off x="954741" y="835463"/>
            <a:ext cx="10515600" cy="7412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fMoE: Fine-grained and Prompt-aware Expert Offloading for Large Mixture-of-Experts Serving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42A3D1-E644-1A86-32B3-84D80446F6D6}"/>
              </a:ext>
            </a:extLst>
          </p:cNvPr>
          <p:cNvSpPr txBox="1">
            <a:spLocks/>
          </p:cNvSpPr>
          <p:nvPr/>
        </p:nvSpPr>
        <p:spPr>
          <a:xfrm>
            <a:off x="954741" y="2017584"/>
            <a:ext cx="10515600" cy="528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Authors: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Shen, X., et al. 2024</a:t>
            </a:r>
          </a:p>
          <a:p>
            <a:r>
              <a:rPr lang="en-US" dirty="0"/>
              <a:t>Impact: 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Introduced fine-grained, prompt-aware expert offloading to improve efficiency during inference.</a:t>
            </a:r>
          </a:p>
          <a:p>
            <a:r>
              <a:rPr lang="en-US" dirty="0"/>
              <a:t>Limitations: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323232"/>
                </a:solidFill>
                <a:latin typeface="Calibri Light"/>
              </a:rPr>
              <a:t>• Scheduling complexity.</a:t>
            </a:r>
          </a:p>
          <a:p>
            <a:pPr marL="0" indent="0">
              <a:buNone/>
            </a:pPr>
            <a:r>
              <a:rPr lang="en-US" dirty="0">
                <a:solidFill>
                  <a:srgbClr val="323232"/>
                </a:solidFill>
                <a:latin typeface="Calibri Light"/>
              </a:rPr>
              <a:t>	• Higher engineering overhead.</a:t>
            </a:r>
          </a:p>
          <a:p>
            <a:r>
              <a:rPr lang="en-US" b="1" dirty="0">
                <a:solidFill>
                  <a:srgbClr val="323232"/>
                </a:solidFill>
                <a:latin typeface="Calibri Light"/>
                <a:hlinkClick r:id="rId2"/>
              </a:rPr>
              <a:t>Paper link</a:t>
            </a:r>
            <a:endParaRPr lang="en-US" b="1" dirty="0">
              <a:solidFill>
                <a:srgbClr val="32323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83973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ABBA99-2DA6-D96D-458C-6774EC65F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167243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168C-6399-8087-FF10-899A9DE6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8">
            <a:extLst>
              <a:ext uri="{FF2B5EF4-FFF2-40B4-BE49-F238E27FC236}">
                <a16:creationId xmlns:a16="http://schemas.microsoft.com/office/drawing/2014/main" id="{2AE37732-E2BE-C2B2-3866-A04244C883CC}"/>
              </a:ext>
            </a:extLst>
          </p:cNvPr>
          <p:cNvSpPr/>
          <p:nvPr/>
        </p:nvSpPr>
        <p:spPr>
          <a:xfrm>
            <a:off x="1234965" y="803350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A11CCB16-DC38-C4D2-758F-E1C18835BB1B}"/>
              </a:ext>
            </a:extLst>
          </p:cNvPr>
          <p:cNvSpPr txBox="1"/>
          <p:nvPr/>
        </p:nvSpPr>
        <p:spPr>
          <a:xfrm>
            <a:off x="1186395" y="0"/>
            <a:ext cx="981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8" name="Picture 7" descr="Iiuc-logo_new">
            <a:extLst>
              <a:ext uri="{FF2B5EF4-FFF2-40B4-BE49-F238E27FC236}">
                <a16:creationId xmlns:a16="http://schemas.microsoft.com/office/drawing/2014/main" id="{E410115D-BEAA-D3AF-A10A-1CCB11F7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pic>
        <p:nvPicPr>
          <p:cNvPr id="10" name="Picture 9" descr="A diagram of the architecture of the proposed model">
            <a:extLst>
              <a:ext uri="{FF2B5EF4-FFF2-40B4-BE49-F238E27FC236}">
                <a16:creationId xmlns:a16="http://schemas.microsoft.com/office/drawing/2014/main" id="{C8A7E1A1-2020-1827-F2E2-0E20D10FE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594" y="1093865"/>
            <a:ext cx="6090811" cy="46702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2FB4AB-07F7-B59C-F9E2-1FD493B02E58}"/>
              </a:ext>
            </a:extLst>
          </p:cNvPr>
          <p:cNvSpPr txBox="1"/>
          <p:nvPr/>
        </p:nvSpPr>
        <p:spPr>
          <a:xfrm>
            <a:off x="3974699" y="5764135"/>
            <a:ext cx="457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A diagram of the Proposed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644442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20D1-C1AF-BC68-65C1-38E8B22B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8">
            <a:extLst>
              <a:ext uri="{FF2B5EF4-FFF2-40B4-BE49-F238E27FC236}">
                <a16:creationId xmlns:a16="http://schemas.microsoft.com/office/drawing/2014/main" id="{ACE73D47-959B-9B03-376B-02DAB6082CAF}"/>
              </a:ext>
            </a:extLst>
          </p:cNvPr>
          <p:cNvSpPr/>
          <p:nvPr/>
        </p:nvSpPr>
        <p:spPr>
          <a:xfrm>
            <a:off x="1234965" y="803350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8BD32C85-BD35-258D-9581-010474A9899F}"/>
              </a:ext>
            </a:extLst>
          </p:cNvPr>
          <p:cNvSpPr txBox="1"/>
          <p:nvPr/>
        </p:nvSpPr>
        <p:spPr>
          <a:xfrm>
            <a:off x="1186395" y="0"/>
            <a:ext cx="981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8" name="Picture 7" descr="Iiuc-logo_new">
            <a:extLst>
              <a:ext uri="{FF2B5EF4-FFF2-40B4-BE49-F238E27FC236}">
                <a16:creationId xmlns:a16="http://schemas.microsoft.com/office/drawing/2014/main" id="{3745EDF0-2690-5489-DCF8-B637D0E83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25A2E25-5C22-9829-D58F-3CA1C272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562" y="707886"/>
            <a:ext cx="10515600" cy="103518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6D760-F837-2CF5-5C99-E3436EEA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115" y="1740252"/>
            <a:ext cx="9620250" cy="4338424"/>
          </a:xfrm>
        </p:spPr>
        <p:txBody>
          <a:bodyPr/>
          <a:lstStyle/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MoE Transformer with selective expert activation.</a:t>
            </a:r>
          </a:p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Expert Caching to keep high-demand experts in GPU memory.</a:t>
            </a:r>
          </a:p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Scheduling Engine for concurrency-aware execution</a:t>
            </a:r>
          </a:p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Deferred Queues to handle tokens needing non-cached experts.</a:t>
            </a:r>
          </a:p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 using CUDA streams to minimize idle GPU time.</a:t>
            </a:r>
          </a:p>
          <a:p>
            <a:pPr eaLnBrk="0" fontAlgn="base" hangingPunc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Benchmarking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PagedAttention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</p:txBody>
      </p:sp>
    </p:spTree>
    <p:extLst>
      <p:ext uri="{BB962C8B-B14F-4D97-AF65-F5344CB8AC3E}">
        <p14:creationId xmlns:p14="http://schemas.microsoft.com/office/powerpoint/2010/main" val="348245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24EA3-9CA5-34B4-00DF-3BD0486A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8">
            <a:extLst>
              <a:ext uri="{FF2B5EF4-FFF2-40B4-BE49-F238E27FC236}">
                <a16:creationId xmlns:a16="http://schemas.microsoft.com/office/drawing/2014/main" id="{DF6EF9E0-901A-57A3-5FDC-E6A890901DCA}"/>
              </a:ext>
            </a:extLst>
          </p:cNvPr>
          <p:cNvSpPr/>
          <p:nvPr/>
        </p:nvSpPr>
        <p:spPr>
          <a:xfrm>
            <a:off x="1234965" y="803350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E37D17A4-E205-B36D-4898-C86CBDF57BC7}"/>
              </a:ext>
            </a:extLst>
          </p:cNvPr>
          <p:cNvSpPr txBox="1"/>
          <p:nvPr/>
        </p:nvSpPr>
        <p:spPr>
          <a:xfrm>
            <a:off x="1186395" y="0"/>
            <a:ext cx="981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8" name="Picture 7" descr="Iiuc-logo_new">
            <a:extLst>
              <a:ext uri="{FF2B5EF4-FFF2-40B4-BE49-F238E27FC236}">
                <a16:creationId xmlns:a16="http://schemas.microsoft.com/office/drawing/2014/main" id="{2427EC70-E58E-5DCB-62CD-7E0CCA157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0BC10-8933-64D7-B23D-9F29D5D2F974}"/>
              </a:ext>
            </a:extLst>
          </p:cNvPr>
          <p:cNvSpPr txBox="1"/>
          <p:nvPr/>
        </p:nvSpPr>
        <p:spPr>
          <a:xfrm>
            <a:off x="1630680" y="1036320"/>
            <a:ext cx="909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Token Scheduling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0C94E-9A63-E609-89AF-A89F1D10A260}"/>
              </a:ext>
            </a:extLst>
          </p:cNvPr>
          <p:cNvSpPr txBox="1"/>
          <p:nvPr/>
        </p:nvSpPr>
        <p:spPr>
          <a:xfrm>
            <a:off x="2195085" y="1851547"/>
            <a:ext cx="909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Tracks tokens and their required experts.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Schedules cached experts immediately, defers </a:t>
            </a:r>
            <a:r>
              <a:rPr lang="en-US" sz="2400" dirty="0" err="1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uncached</a:t>
            </a:r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tokens.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Ensures maximum concurrency to keep GPUs fully utilized.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F3C6D-59E6-C6F1-6031-C293EDEC83EC}"/>
              </a:ext>
            </a:extLst>
          </p:cNvPr>
          <p:cNvSpPr txBox="1"/>
          <p:nvPr/>
        </p:nvSpPr>
        <p:spPr>
          <a:xfrm>
            <a:off x="1546860" y="3316935"/>
            <a:ext cx="909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Dynamic Expert Caching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C3E68-0FD2-BC30-1D12-96D574F1F8A7}"/>
              </a:ext>
            </a:extLst>
          </p:cNvPr>
          <p:cNvSpPr txBox="1"/>
          <p:nvPr/>
        </p:nvSpPr>
        <p:spPr>
          <a:xfrm>
            <a:off x="2053046" y="4138763"/>
            <a:ext cx="9098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Maintains a prioritized set of experts in GPU memory.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Uses a composite priority score (demand frequency, load cost, confidence, wait-time).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memory overhead by evicting low-utility experts.</a:t>
            </a:r>
          </a:p>
        </p:txBody>
      </p:sp>
    </p:spTree>
    <p:extLst>
      <p:ext uri="{BB962C8B-B14F-4D97-AF65-F5344CB8AC3E}">
        <p14:creationId xmlns:p14="http://schemas.microsoft.com/office/powerpoint/2010/main" val="4197872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9F9C-16B1-3FFF-935F-38B43301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8">
            <a:extLst>
              <a:ext uri="{FF2B5EF4-FFF2-40B4-BE49-F238E27FC236}">
                <a16:creationId xmlns:a16="http://schemas.microsoft.com/office/drawing/2014/main" id="{030B559F-BF3A-A520-DE00-F8D401B00736}"/>
              </a:ext>
            </a:extLst>
          </p:cNvPr>
          <p:cNvSpPr/>
          <p:nvPr/>
        </p:nvSpPr>
        <p:spPr>
          <a:xfrm>
            <a:off x="1234965" y="803350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C8AEFF98-076F-1457-4D1F-858EA490A9F8}"/>
              </a:ext>
            </a:extLst>
          </p:cNvPr>
          <p:cNvSpPr txBox="1"/>
          <p:nvPr/>
        </p:nvSpPr>
        <p:spPr>
          <a:xfrm>
            <a:off x="1186395" y="0"/>
            <a:ext cx="9819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8" name="Picture 7" descr="Iiuc-logo_new">
            <a:extLst>
              <a:ext uri="{FF2B5EF4-FFF2-40B4-BE49-F238E27FC236}">
                <a16:creationId xmlns:a16="http://schemas.microsoft.com/office/drawing/2014/main" id="{887C50A0-02B8-9F1D-761E-29AD2755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EE5416-D87E-BA42-0D53-00BB438D1916}"/>
              </a:ext>
            </a:extLst>
          </p:cNvPr>
          <p:cNvSpPr txBox="1"/>
          <p:nvPr/>
        </p:nvSpPr>
        <p:spPr>
          <a:xfrm>
            <a:off x="1630680" y="1036320"/>
            <a:ext cx="9098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Execution Loop &amp; Queue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76140-A6E5-DD4B-0DFC-0EEE6CA96A04}"/>
              </a:ext>
            </a:extLst>
          </p:cNvPr>
          <p:cNvSpPr txBox="1"/>
          <p:nvPr/>
        </p:nvSpPr>
        <p:spPr>
          <a:xfrm>
            <a:off x="2195085" y="1851547"/>
            <a:ext cx="909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Orchestrates scheduling and background expert loading.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Uses asynchronous streams for overlap of computation and I/O.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Keeps GPUs active while deferred tokens wait for expert availability.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8205CF-6F0E-810D-0E33-FF142A476871}"/>
              </a:ext>
            </a:extLst>
          </p:cNvPr>
          <p:cNvSpPr txBox="1"/>
          <p:nvPr/>
        </p:nvSpPr>
        <p:spPr>
          <a:xfrm>
            <a:off x="1546860" y="3316935"/>
            <a:ext cx="909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Evaluation &amp; Benchmarking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A318E-A14F-810E-7CE4-C918A53A1626}"/>
              </a:ext>
            </a:extLst>
          </p:cNvPr>
          <p:cNvSpPr txBox="1"/>
          <p:nvPr/>
        </p:nvSpPr>
        <p:spPr>
          <a:xfrm>
            <a:off x="2053046" y="4138763"/>
            <a:ext cx="9098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Will be benchmarked with </a:t>
            </a:r>
            <a:r>
              <a:rPr lang="en-US" sz="2400" dirty="0" err="1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PagedAttention</a:t>
            </a:r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Metrics: throughput, latency, cache hit rate.</a:t>
            </a:r>
          </a:p>
          <a:p>
            <a:r>
              <a:rPr lang="en-US" sz="2400" dirty="0">
                <a:solidFill>
                  <a:srgbClr val="323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against static pinning, naïve LRU caching and synchronous loading. </a:t>
            </a:r>
          </a:p>
        </p:txBody>
      </p:sp>
    </p:spTree>
    <p:extLst>
      <p:ext uri="{BB962C8B-B14F-4D97-AF65-F5344CB8AC3E}">
        <p14:creationId xmlns:p14="http://schemas.microsoft.com/office/powerpoint/2010/main" val="1065844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DFF2-3ED4-03A2-3066-3BDD7B28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2752091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iuc-logo_n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38" name="Text Box 37"/>
          <p:cNvSpPr txBox="1"/>
          <p:nvPr/>
        </p:nvSpPr>
        <p:spPr>
          <a:xfrm>
            <a:off x="1234965" y="0"/>
            <a:ext cx="8892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ABAEB-2FC2-26D0-7E6A-12690F8BE772}"/>
              </a:ext>
            </a:extLst>
          </p:cNvPr>
          <p:cNvSpPr txBox="1"/>
          <p:nvPr/>
        </p:nvSpPr>
        <p:spPr>
          <a:xfrm>
            <a:off x="1234965" y="1270396"/>
            <a:ext cx="10381785" cy="357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GPU idle time and latency through concurrency-aware scheduling.</a:t>
            </a:r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caching strategy enables MoE models to run on limited VRAM devices.</a:t>
            </a:r>
            <a:endParaRPr lang="bn-IN" dirty="0">
              <a:latin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Priority-based expert management adapts to different workloads and model sizes.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Throughput Under Constraints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Achieve near-optimal throughput compared to state-of-the-art deployments, even with strict memory limits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Robust Benchmarking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Comprehensive evaluation with metrics like throughput, latency and cache hit rate.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Open-Source Contribution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Modular PyTorch toolkit to support researchers and democratize MoE deployment.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Democratizing AI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Enable large-scale MoE inference on affordable hardware, supporting smaller research groups and institutions.</a:t>
            </a:r>
            <a:endParaRPr lang="en-US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s 38">
            <a:extLst>
              <a:ext uri="{FF2B5EF4-FFF2-40B4-BE49-F238E27FC236}">
                <a16:creationId xmlns:a16="http://schemas.microsoft.com/office/drawing/2014/main" id="{FA80675C-736D-2EE8-EEDA-9EE3A168BE2C}"/>
              </a:ext>
            </a:extLst>
          </p:cNvPr>
          <p:cNvSpPr/>
          <p:nvPr/>
        </p:nvSpPr>
        <p:spPr>
          <a:xfrm>
            <a:off x="1234965" y="803350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244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58F6-4B2C-145C-9377-97746949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Grantt Chart</a:t>
            </a:r>
          </a:p>
        </p:txBody>
      </p:sp>
    </p:spTree>
    <p:extLst>
      <p:ext uri="{BB962C8B-B14F-4D97-AF65-F5344CB8AC3E}">
        <p14:creationId xmlns:p14="http://schemas.microsoft.com/office/powerpoint/2010/main" val="1454697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998B-7771-8799-180E-2CF00F51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37">
            <a:extLst>
              <a:ext uri="{FF2B5EF4-FFF2-40B4-BE49-F238E27FC236}">
                <a16:creationId xmlns:a16="http://schemas.microsoft.com/office/drawing/2014/main" id="{92A46E2D-6A76-40F8-2BCC-7A36D693BC17}"/>
              </a:ext>
            </a:extLst>
          </p:cNvPr>
          <p:cNvSpPr txBox="1"/>
          <p:nvPr/>
        </p:nvSpPr>
        <p:spPr>
          <a:xfrm>
            <a:off x="1234965" y="0"/>
            <a:ext cx="9057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4106B-9CC1-0A05-CC6E-D3BADD069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5061" y="1376947"/>
            <a:ext cx="9078203" cy="4104105"/>
          </a:xfrm>
          <a:prstGeom prst="rect">
            <a:avLst/>
          </a:prstGeom>
        </p:spPr>
      </p:pic>
      <p:pic>
        <p:nvPicPr>
          <p:cNvPr id="4" name="Picture 3" descr="Iiuc-logo_new">
            <a:extLst>
              <a:ext uri="{FF2B5EF4-FFF2-40B4-BE49-F238E27FC236}">
                <a16:creationId xmlns:a16="http://schemas.microsoft.com/office/drawing/2014/main" id="{C7FA792A-1A99-0527-0F51-546D3DA31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2" name="Rectangles 38">
            <a:extLst>
              <a:ext uri="{FF2B5EF4-FFF2-40B4-BE49-F238E27FC236}">
                <a16:creationId xmlns:a16="http://schemas.microsoft.com/office/drawing/2014/main" id="{D4498BDC-1967-A01D-17B7-E9738F87D68B}"/>
              </a:ext>
            </a:extLst>
          </p:cNvPr>
          <p:cNvSpPr/>
          <p:nvPr/>
        </p:nvSpPr>
        <p:spPr>
          <a:xfrm>
            <a:off x="1234965" y="803350"/>
            <a:ext cx="100584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6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CACC-EA41-7BAE-BD2F-6716BFBB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5A73-EBDA-4D96-9534-3AF80587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8627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/>
          <p:nvPr/>
        </p:nvSpPr>
        <p:spPr>
          <a:xfrm flipH="1">
            <a:off x="11702415" y="6425565"/>
            <a:ext cx="367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11</a:t>
            </a:r>
          </a:p>
        </p:txBody>
      </p:sp>
      <p:sp>
        <p:nvSpPr>
          <p:cNvPr id="38" name="Text Box 37"/>
          <p:cNvSpPr txBox="1"/>
          <p:nvPr/>
        </p:nvSpPr>
        <p:spPr>
          <a:xfrm>
            <a:off x="1524000" y="17157"/>
            <a:ext cx="8393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9" name="Rectangles 38"/>
          <p:cNvSpPr/>
          <p:nvPr/>
        </p:nvSpPr>
        <p:spPr>
          <a:xfrm>
            <a:off x="1524000" y="706755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A2889-4D9E-5FC2-5CF0-4DF4B81AFD89}"/>
              </a:ext>
            </a:extLst>
          </p:cNvPr>
          <p:cNvSpPr txBox="1"/>
          <p:nvPr/>
        </p:nvSpPr>
        <p:spPr>
          <a:xfrm>
            <a:off x="1524000" y="1247998"/>
            <a:ext cx="95192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addresses the critical gap between the theoretical scalability of Mixture-of-Experts (MoE) models and their practical deployment under strict hardware constraints. By introducing a memory-aware caching strategy, a concurrency-driven token scheduling mechanism, and modular system design, our framework enables efficient and low-latency inference on consumer-grade GPUs. The expected contributions include improving throughput, reducing latency, and democratizing access to advanced large-scale AI models, thus paving the way for more resource-efficient and accessible AI research and applications.</a:t>
            </a:r>
          </a:p>
        </p:txBody>
      </p:sp>
      <p:pic>
        <p:nvPicPr>
          <p:cNvPr id="2" name="Picture 1" descr="Iiuc-logo_new">
            <a:extLst>
              <a:ext uri="{FF2B5EF4-FFF2-40B4-BE49-F238E27FC236}">
                <a16:creationId xmlns:a16="http://schemas.microsoft.com/office/drawing/2014/main" id="{CD3D56BD-C7E1-7E0B-840C-8409B1E7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17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51C76-7FE2-E4F8-6171-C67D801D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8756-63A4-8668-822D-B5D72291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97956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/>
          <p:nvPr/>
        </p:nvSpPr>
        <p:spPr>
          <a:xfrm flipH="1">
            <a:off x="11702414" y="6425565"/>
            <a:ext cx="48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8" name="Text Box 37"/>
          <p:cNvSpPr txBox="1"/>
          <p:nvPr/>
        </p:nvSpPr>
        <p:spPr>
          <a:xfrm>
            <a:off x="1524000" y="0"/>
            <a:ext cx="876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9" name="Rectangles 38"/>
          <p:cNvSpPr/>
          <p:nvPr/>
        </p:nvSpPr>
        <p:spPr>
          <a:xfrm>
            <a:off x="1524000" y="706755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Iiuc-logo_new">
            <a:extLst>
              <a:ext uri="{FF2B5EF4-FFF2-40B4-BE49-F238E27FC236}">
                <a16:creationId xmlns:a16="http://schemas.microsoft.com/office/drawing/2014/main" id="{E2C36954-8E02-D78A-44F9-8AF381BA5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D6BB2-1565-9B1A-2C37-AEFC14C6472A}"/>
              </a:ext>
            </a:extLst>
          </p:cNvPr>
          <p:cNvSpPr txBox="1"/>
          <p:nvPr/>
        </p:nvSpPr>
        <p:spPr>
          <a:xfrm>
            <a:off x="1524000" y="1043731"/>
            <a:ext cx="9385739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Vaswani, A., et al. Attention Is All You Need.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rXiv:1706.03762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Radford, A., et al. Improving Language Understanding by Generative Pre-Training. OpenAI, 2018.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OpenAI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Radford, A., et al. Language Models are Unsupervised Multitask Learners. OpenAI, 2019.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OpenAI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B.,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Sennrich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Root Mean Square Layer Normalization.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arXiv:1910.07467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Shazeer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GLU Variants Improve Transformer.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2020.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arXiv:2002.05202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Dosovitskiy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An Image is Worth 16x16 Words. ICLR, 2020.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arXiv:2010.11929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Fedus, W., et al. Switch Transformers. JMLR, 2021.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arXiv:2101.03961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Touvron, H., et al. LLaMA: Open and Efficient Foundation Models.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arXiv:2302.13971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Zuo, S., et al.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-Infinity.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arXiv:2305.11794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Yoo, H., Lee, H. SwapMoE.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arXiv:2309.09515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Kwon, W., et al.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PagedAttention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SOSP, 2023.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arXiv:2309.06180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Liang, W., et al. DeepSeek-V2.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arXiv:2405.04434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Shen, X., et al. fMoE.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arXiv:2403.12881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24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AABF-475E-737C-C80F-B624F753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DE19-672B-A042-ACCC-90AC4628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172195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8437B-D6E2-D942-4099-5EC6B7C4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>
            <a:extLst>
              <a:ext uri="{FF2B5EF4-FFF2-40B4-BE49-F238E27FC236}">
                <a16:creationId xmlns:a16="http://schemas.microsoft.com/office/drawing/2014/main" id="{81E5812F-0E18-A3B1-15F8-8A33000BF2F3}"/>
              </a:ext>
            </a:extLst>
          </p:cNvPr>
          <p:cNvSpPr txBox="1"/>
          <p:nvPr/>
        </p:nvSpPr>
        <p:spPr>
          <a:xfrm flipH="1">
            <a:off x="11702414" y="6425565"/>
            <a:ext cx="48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91D68662-25A3-64B6-B289-A6F61A6CA0E6}"/>
              </a:ext>
            </a:extLst>
          </p:cNvPr>
          <p:cNvSpPr txBox="1"/>
          <p:nvPr/>
        </p:nvSpPr>
        <p:spPr>
          <a:xfrm>
            <a:off x="1524000" y="0"/>
            <a:ext cx="876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</a:p>
        </p:txBody>
      </p:sp>
      <p:sp>
        <p:nvSpPr>
          <p:cNvPr id="39" name="Rectangles 38">
            <a:extLst>
              <a:ext uri="{FF2B5EF4-FFF2-40B4-BE49-F238E27FC236}">
                <a16:creationId xmlns:a16="http://schemas.microsoft.com/office/drawing/2014/main" id="{9A533490-F1CF-0AF6-2AAB-C624E5C8374B}"/>
              </a:ext>
            </a:extLst>
          </p:cNvPr>
          <p:cNvSpPr/>
          <p:nvPr/>
        </p:nvSpPr>
        <p:spPr>
          <a:xfrm>
            <a:off x="1524000" y="706755"/>
            <a:ext cx="9144000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Iiuc-logo_new">
            <a:extLst>
              <a:ext uri="{FF2B5EF4-FFF2-40B4-BE49-F238E27FC236}">
                <a16:creationId xmlns:a16="http://schemas.microsoft.com/office/drawing/2014/main" id="{874D76DC-3DEC-7AD6-D757-17FDF098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C01206-6E4B-6347-DC63-852BEAFE131C}"/>
              </a:ext>
            </a:extLst>
          </p:cNvPr>
          <p:cNvSpPr txBox="1"/>
          <p:nvPr/>
        </p:nvSpPr>
        <p:spPr>
          <a:xfrm>
            <a:off x="1631730" y="1917987"/>
            <a:ext cx="93857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 Repository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HuggingFace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own individual implementation of GPT-2(124 M)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4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Md.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Iftaker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Ahamed Sayem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 sz="14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Mir Md.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Tarhimul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Quader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 sz="14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Turja Dutta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991FD-9145-76ED-60F6-EB0947958CA2}"/>
              </a:ext>
            </a:extLst>
          </p:cNvPr>
          <p:cNvSpPr txBox="1"/>
          <p:nvPr/>
        </p:nvSpPr>
        <p:spPr>
          <a:xfrm>
            <a:off x="1523999" y="902324"/>
            <a:ext cx="8220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progress so far</a:t>
            </a:r>
          </a:p>
        </p:txBody>
      </p:sp>
    </p:spTree>
    <p:extLst>
      <p:ext uri="{BB962C8B-B14F-4D97-AF65-F5344CB8AC3E}">
        <p14:creationId xmlns:p14="http://schemas.microsoft.com/office/powerpoint/2010/main" val="3408931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8" name="Google Shape;13298;p75"/>
          <p:cNvSpPr txBox="1">
            <a:spLocks noGrp="1"/>
          </p:cNvSpPr>
          <p:nvPr>
            <p:ph type="title"/>
          </p:nvPr>
        </p:nvSpPr>
        <p:spPr>
          <a:xfrm>
            <a:off x="1004020" y="1964200"/>
            <a:ext cx="9903200" cy="2929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 SemiBold" panose="00000700000000000000" pitchFamily="2" charset="0"/>
                <a:cs typeface="Poppins SemiBold" panose="00000700000000000000" pitchFamily="2" charset="0"/>
              </a:rPr>
              <a:t>Thank You</a:t>
            </a:r>
          </a:p>
        </p:txBody>
      </p:sp>
      <p:grpSp>
        <p:nvGrpSpPr>
          <p:cNvPr id="13315" name="Google Shape;13315;p75"/>
          <p:cNvGrpSpPr/>
          <p:nvPr/>
        </p:nvGrpSpPr>
        <p:grpSpPr>
          <a:xfrm rot="5400000">
            <a:off x="10286360" y="-344657"/>
            <a:ext cx="466725" cy="2736850"/>
            <a:chOff x="1037125" y="2236325"/>
            <a:chExt cx="149100" cy="874475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316" name="Google Shape;13316;p75"/>
            <p:cNvSpPr/>
            <p:nvPr/>
          </p:nvSpPr>
          <p:spPr>
            <a:xfrm>
              <a:off x="1171575" y="24714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1" y="503"/>
                    <a:pt x="335" y="503"/>
                  </a:cubicBezTo>
                  <a:cubicBezTo>
                    <a:pt x="473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7" name="Google Shape;13317;p75"/>
            <p:cNvSpPr/>
            <p:nvPr/>
          </p:nvSpPr>
          <p:spPr>
            <a:xfrm>
              <a:off x="1171575" y="2549750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5"/>
                  </a:cubicBezTo>
                  <a:cubicBezTo>
                    <a:pt x="0" y="233"/>
                    <a:pt x="113" y="502"/>
                    <a:pt x="335" y="502"/>
                  </a:cubicBezTo>
                  <a:cubicBezTo>
                    <a:pt x="473" y="502"/>
                    <a:pt x="586" y="390"/>
                    <a:pt x="586" y="252"/>
                  </a:cubicBezTo>
                  <a:cubicBezTo>
                    <a:pt x="586" y="101"/>
                    <a:pt x="462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8" name="Google Shape;13318;p75"/>
            <p:cNvSpPr/>
            <p:nvPr/>
          </p:nvSpPr>
          <p:spPr>
            <a:xfrm>
              <a:off x="1171575" y="26281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9" name="Google Shape;13319;p75"/>
            <p:cNvSpPr/>
            <p:nvPr/>
          </p:nvSpPr>
          <p:spPr>
            <a:xfrm>
              <a:off x="1171575" y="2706475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1"/>
                    <a:pt x="335" y="501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0" name="Google Shape;13320;p75"/>
            <p:cNvSpPr/>
            <p:nvPr/>
          </p:nvSpPr>
          <p:spPr>
            <a:xfrm>
              <a:off x="1171575" y="27848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4"/>
                    <a:pt x="158" y="75"/>
                  </a:cubicBezTo>
                  <a:cubicBezTo>
                    <a:pt x="0" y="232"/>
                    <a:pt x="111" y="504"/>
                    <a:pt x="335" y="504"/>
                  </a:cubicBezTo>
                  <a:cubicBezTo>
                    <a:pt x="473" y="504"/>
                    <a:pt x="586" y="390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1" name="Google Shape;13321;p75"/>
            <p:cNvSpPr/>
            <p:nvPr/>
          </p:nvSpPr>
          <p:spPr>
            <a:xfrm>
              <a:off x="1104350" y="24714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2" name="Google Shape;13322;p75"/>
            <p:cNvSpPr/>
            <p:nvPr/>
          </p:nvSpPr>
          <p:spPr>
            <a:xfrm>
              <a:off x="1104350" y="2549750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5"/>
                  </a:cubicBezTo>
                  <a:cubicBezTo>
                    <a:pt x="0" y="233"/>
                    <a:pt x="112" y="502"/>
                    <a:pt x="335" y="502"/>
                  </a:cubicBezTo>
                  <a:cubicBezTo>
                    <a:pt x="475" y="502"/>
                    <a:pt x="587" y="390"/>
                    <a:pt x="587" y="252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3" name="Google Shape;13323;p75"/>
            <p:cNvSpPr/>
            <p:nvPr/>
          </p:nvSpPr>
          <p:spPr>
            <a:xfrm>
              <a:off x="1104350" y="26281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4" name="Google Shape;13324;p75"/>
            <p:cNvSpPr/>
            <p:nvPr/>
          </p:nvSpPr>
          <p:spPr>
            <a:xfrm>
              <a:off x="1104350" y="2706475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1"/>
                    <a:pt x="335" y="501"/>
                  </a:cubicBezTo>
                  <a:cubicBezTo>
                    <a:pt x="475" y="501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5" name="Google Shape;13325;p75"/>
            <p:cNvSpPr/>
            <p:nvPr/>
          </p:nvSpPr>
          <p:spPr>
            <a:xfrm>
              <a:off x="1104350" y="27848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5"/>
                  </a:cubicBezTo>
                  <a:cubicBezTo>
                    <a:pt x="0" y="232"/>
                    <a:pt x="112" y="504"/>
                    <a:pt x="335" y="504"/>
                  </a:cubicBezTo>
                  <a:cubicBezTo>
                    <a:pt x="475" y="504"/>
                    <a:pt x="587" y="390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6" name="Google Shape;13326;p75"/>
            <p:cNvSpPr/>
            <p:nvPr/>
          </p:nvSpPr>
          <p:spPr>
            <a:xfrm>
              <a:off x="1037125" y="24714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3" y="0"/>
                    <a:pt x="210" y="23"/>
                    <a:pt x="159" y="74"/>
                  </a:cubicBezTo>
                  <a:cubicBezTo>
                    <a:pt x="0" y="232"/>
                    <a:pt x="112" y="503"/>
                    <a:pt x="337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7" name="Google Shape;13327;p75"/>
            <p:cNvSpPr/>
            <p:nvPr/>
          </p:nvSpPr>
          <p:spPr>
            <a:xfrm>
              <a:off x="1037125" y="2549750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5" y="0"/>
                  </a:moveTo>
                  <a:cubicBezTo>
                    <a:pt x="273" y="0"/>
                    <a:pt x="210" y="23"/>
                    <a:pt x="159" y="75"/>
                  </a:cubicBezTo>
                  <a:cubicBezTo>
                    <a:pt x="0" y="233"/>
                    <a:pt x="112" y="502"/>
                    <a:pt x="337" y="502"/>
                  </a:cubicBezTo>
                  <a:cubicBezTo>
                    <a:pt x="475" y="502"/>
                    <a:pt x="587" y="390"/>
                    <a:pt x="587" y="252"/>
                  </a:cubicBezTo>
                  <a:cubicBezTo>
                    <a:pt x="587" y="101"/>
                    <a:pt x="464" y="0"/>
                    <a:pt x="3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8" name="Google Shape;13328;p75"/>
            <p:cNvSpPr/>
            <p:nvPr/>
          </p:nvSpPr>
          <p:spPr>
            <a:xfrm>
              <a:off x="1037150" y="26281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9" name="Google Shape;13329;p75"/>
            <p:cNvSpPr/>
            <p:nvPr/>
          </p:nvSpPr>
          <p:spPr>
            <a:xfrm>
              <a:off x="1037150" y="2706475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1"/>
                    <a:pt x="336" y="501"/>
                  </a:cubicBezTo>
                  <a:cubicBezTo>
                    <a:pt x="474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0" name="Google Shape;13330;p75"/>
            <p:cNvSpPr/>
            <p:nvPr/>
          </p:nvSpPr>
          <p:spPr>
            <a:xfrm>
              <a:off x="1171575" y="22363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1" name="Google Shape;13331;p75"/>
            <p:cNvSpPr/>
            <p:nvPr/>
          </p:nvSpPr>
          <p:spPr>
            <a:xfrm>
              <a:off x="1171575" y="231470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2"/>
                    <a:pt x="335" y="502"/>
                  </a:cubicBezTo>
                  <a:cubicBezTo>
                    <a:pt x="473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2" name="Google Shape;13332;p75"/>
            <p:cNvSpPr/>
            <p:nvPr/>
          </p:nvSpPr>
          <p:spPr>
            <a:xfrm>
              <a:off x="1171575" y="23930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1" y="1"/>
                    <a:pt x="209" y="23"/>
                    <a:pt x="158" y="74"/>
                  </a:cubicBezTo>
                  <a:cubicBezTo>
                    <a:pt x="0" y="233"/>
                    <a:pt x="111" y="503"/>
                    <a:pt x="335" y="503"/>
                  </a:cubicBezTo>
                  <a:cubicBezTo>
                    <a:pt x="473" y="503"/>
                    <a:pt x="586" y="391"/>
                    <a:pt x="586" y="253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3" name="Google Shape;13333;p75"/>
            <p:cNvSpPr/>
            <p:nvPr/>
          </p:nvSpPr>
          <p:spPr>
            <a:xfrm>
              <a:off x="1104350" y="22363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4" name="Google Shape;13334;p75"/>
            <p:cNvSpPr/>
            <p:nvPr/>
          </p:nvSpPr>
          <p:spPr>
            <a:xfrm>
              <a:off x="1104350" y="2314700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2"/>
                    <a:pt x="335" y="502"/>
                  </a:cubicBezTo>
                  <a:cubicBezTo>
                    <a:pt x="475" y="502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5" name="Google Shape;13335;p75"/>
            <p:cNvSpPr/>
            <p:nvPr/>
          </p:nvSpPr>
          <p:spPr>
            <a:xfrm>
              <a:off x="1104350" y="23930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3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6" name="Google Shape;13336;p75"/>
            <p:cNvSpPr/>
            <p:nvPr/>
          </p:nvSpPr>
          <p:spPr>
            <a:xfrm>
              <a:off x="1037150" y="22363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7" name="Google Shape;13337;p75"/>
            <p:cNvSpPr/>
            <p:nvPr/>
          </p:nvSpPr>
          <p:spPr>
            <a:xfrm>
              <a:off x="1037150" y="231470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2"/>
                    <a:pt x="336" y="502"/>
                  </a:cubicBezTo>
                  <a:cubicBezTo>
                    <a:pt x="474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8" name="Google Shape;13338;p75"/>
            <p:cNvSpPr/>
            <p:nvPr/>
          </p:nvSpPr>
          <p:spPr>
            <a:xfrm>
              <a:off x="1037125" y="23930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3" y="1"/>
                    <a:pt x="210" y="23"/>
                    <a:pt x="159" y="74"/>
                  </a:cubicBezTo>
                  <a:cubicBezTo>
                    <a:pt x="0" y="233"/>
                    <a:pt x="112" y="503"/>
                    <a:pt x="337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9" name="Google Shape;13339;p75"/>
            <p:cNvSpPr/>
            <p:nvPr/>
          </p:nvSpPr>
          <p:spPr>
            <a:xfrm>
              <a:off x="1037125" y="27848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3" y="1"/>
                    <a:pt x="210" y="24"/>
                    <a:pt x="159" y="75"/>
                  </a:cubicBezTo>
                  <a:cubicBezTo>
                    <a:pt x="0" y="232"/>
                    <a:pt x="112" y="504"/>
                    <a:pt x="337" y="504"/>
                  </a:cubicBezTo>
                  <a:cubicBezTo>
                    <a:pt x="475" y="504"/>
                    <a:pt x="587" y="390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0" name="Google Shape;13340;p75"/>
            <p:cNvSpPr/>
            <p:nvPr/>
          </p:nvSpPr>
          <p:spPr>
            <a:xfrm>
              <a:off x="1171575" y="28631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1" y="503"/>
                    <a:pt x="335" y="503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1" name="Google Shape;13341;p75"/>
            <p:cNvSpPr/>
            <p:nvPr/>
          </p:nvSpPr>
          <p:spPr>
            <a:xfrm>
              <a:off x="1171575" y="29415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6"/>
                  </a:cubicBezTo>
                  <a:cubicBezTo>
                    <a:pt x="0" y="233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3"/>
                  </a:cubicBezTo>
                  <a:cubicBezTo>
                    <a:pt x="586" y="101"/>
                    <a:pt x="462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2" name="Google Shape;13342;p75"/>
            <p:cNvSpPr/>
            <p:nvPr/>
          </p:nvSpPr>
          <p:spPr>
            <a:xfrm>
              <a:off x="1171575" y="30198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3" name="Google Shape;13343;p75"/>
            <p:cNvSpPr/>
            <p:nvPr/>
          </p:nvSpPr>
          <p:spPr>
            <a:xfrm>
              <a:off x="1171575" y="309825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1"/>
                    <a:pt x="113" y="501"/>
                    <a:pt x="335" y="501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4" name="Google Shape;13344;p75"/>
            <p:cNvSpPr/>
            <p:nvPr/>
          </p:nvSpPr>
          <p:spPr>
            <a:xfrm>
              <a:off x="1104350" y="28631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5" name="Google Shape;13345;p75"/>
            <p:cNvSpPr/>
            <p:nvPr/>
          </p:nvSpPr>
          <p:spPr>
            <a:xfrm>
              <a:off x="1104350" y="29415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6"/>
                  </a:cubicBezTo>
                  <a:cubicBezTo>
                    <a:pt x="0" y="233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6" name="Google Shape;13346;p75"/>
            <p:cNvSpPr/>
            <p:nvPr/>
          </p:nvSpPr>
          <p:spPr>
            <a:xfrm>
              <a:off x="1104350" y="30198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7" name="Google Shape;13347;p75"/>
            <p:cNvSpPr/>
            <p:nvPr/>
          </p:nvSpPr>
          <p:spPr>
            <a:xfrm>
              <a:off x="1104350" y="3098250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1"/>
                    <a:pt x="112" y="501"/>
                    <a:pt x="335" y="501"/>
                  </a:cubicBezTo>
                  <a:cubicBezTo>
                    <a:pt x="475" y="501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8" name="Google Shape;13348;p75"/>
            <p:cNvSpPr/>
            <p:nvPr/>
          </p:nvSpPr>
          <p:spPr>
            <a:xfrm>
              <a:off x="1037125" y="28631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3" y="0"/>
                    <a:pt x="210" y="23"/>
                    <a:pt x="159" y="74"/>
                  </a:cubicBezTo>
                  <a:cubicBezTo>
                    <a:pt x="0" y="232"/>
                    <a:pt x="112" y="503"/>
                    <a:pt x="337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9" name="Google Shape;13349;p75"/>
            <p:cNvSpPr/>
            <p:nvPr/>
          </p:nvSpPr>
          <p:spPr>
            <a:xfrm>
              <a:off x="1037125" y="29415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5" y="1"/>
                  </a:moveTo>
                  <a:cubicBezTo>
                    <a:pt x="273" y="1"/>
                    <a:pt x="210" y="24"/>
                    <a:pt x="159" y="76"/>
                  </a:cubicBezTo>
                  <a:cubicBezTo>
                    <a:pt x="0" y="233"/>
                    <a:pt x="112" y="503"/>
                    <a:pt x="337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4" y="1"/>
                    <a:pt x="3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0" name="Google Shape;13350;p75"/>
            <p:cNvSpPr/>
            <p:nvPr/>
          </p:nvSpPr>
          <p:spPr>
            <a:xfrm>
              <a:off x="1037150" y="30198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1" name="Google Shape;13351;p75"/>
            <p:cNvSpPr/>
            <p:nvPr/>
          </p:nvSpPr>
          <p:spPr>
            <a:xfrm>
              <a:off x="1037150" y="309825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1"/>
                    <a:pt x="113" y="501"/>
                    <a:pt x="336" y="501"/>
                  </a:cubicBezTo>
                  <a:cubicBezTo>
                    <a:pt x="474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" name="Google Shape;13315;p75"/>
          <p:cNvGrpSpPr/>
          <p:nvPr/>
        </p:nvGrpSpPr>
        <p:grpSpPr>
          <a:xfrm rot="5400000">
            <a:off x="2064344" y="4673178"/>
            <a:ext cx="466725" cy="2736850"/>
            <a:chOff x="1037125" y="2236325"/>
            <a:chExt cx="149100" cy="874475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" name="Google Shape;13316;p75"/>
            <p:cNvSpPr/>
            <p:nvPr/>
          </p:nvSpPr>
          <p:spPr>
            <a:xfrm>
              <a:off x="1171575" y="24714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1" y="503"/>
                    <a:pt x="335" y="503"/>
                  </a:cubicBezTo>
                  <a:cubicBezTo>
                    <a:pt x="473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" name="Google Shape;13317;p75"/>
            <p:cNvSpPr/>
            <p:nvPr/>
          </p:nvSpPr>
          <p:spPr>
            <a:xfrm>
              <a:off x="1171575" y="2549750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5"/>
                  </a:cubicBezTo>
                  <a:cubicBezTo>
                    <a:pt x="0" y="233"/>
                    <a:pt x="113" y="502"/>
                    <a:pt x="335" y="502"/>
                  </a:cubicBezTo>
                  <a:cubicBezTo>
                    <a:pt x="473" y="502"/>
                    <a:pt x="586" y="390"/>
                    <a:pt x="586" y="252"/>
                  </a:cubicBezTo>
                  <a:cubicBezTo>
                    <a:pt x="586" y="101"/>
                    <a:pt x="462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" name="Google Shape;13318;p75"/>
            <p:cNvSpPr/>
            <p:nvPr/>
          </p:nvSpPr>
          <p:spPr>
            <a:xfrm>
              <a:off x="1171575" y="26281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" name="Google Shape;13319;p75"/>
            <p:cNvSpPr/>
            <p:nvPr/>
          </p:nvSpPr>
          <p:spPr>
            <a:xfrm>
              <a:off x="1171575" y="2706475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1"/>
                    <a:pt x="335" y="501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" name="Google Shape;13320;p75"/>
            <p:cNvSpPr/>
            <p:nvPr/>
          </p:nvSpPr>
          <p:spPr>
            <a:xfrm>
              <a:off x="1171575" y="27848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4"/>
                    <a:pt x="158" y="75"/>
                  </a:cubicBezTo>
                  <a:cubicBezTo>
                    <a:pt x="0" y="232"/>
                    <a:pt x="111" y="504"/>
                    <a:pt x="335" y="504"/>
                  </a:cubicBezTo>
                  <a:cubicBezTo>
                    <a:pt x="473" y="504"/>
                    <a:pt x="586" y="390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13321;p75"/>
            <p:cNvSpPr/>
            <p:nvPr/>
          </p:nvSpPr>
          <p:spPr>
            <a:xfrm>
              <a:off x="1104350" y="24714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13322;p75"/>
            <p:cNvSpPr/>
            <p:nvPr/>
          </p:nvSpPr>
          <p:spPr>
            <a:xfrm>
              <a:off x="1104350" y="2549750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5"/>
                  </a:cubicBezTo>
                  <a:cubicBezTo>
                    <a:pt x="0" y="233"/>
                    <a:pt x="112" y="502"/>
                    <a:pt x="335" y="502"/>
                  </a:cubicBezTo>
                  <a:cubicBezTo>
                    <a:pt x="475" y="502"/>
                    <a:pt x="587" y="390"/>
                    <a:pt x="587" y="252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13323;p75"/>
            <p:cNvSpPr/>
            <p:nvPr/>
          </p:nvSpPr>
          <p:spPr>
            <a:xfrm>
              <a:off x="1104350" y="26281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3324;p75"/>
            <p:cNvSpPr/>
            <p:nvPr/>
          </p:nvSpPr>
          <p:spPr>
            <a:xfrm>
              <a:off x="1104350" y="2706475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1"/>
                    <a:pt x="335" y="501"/>
                  </a:cubicBezTo>
                  <a:cubicBezTo>
                    <a:pt x="475" y="501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3325;p75"/>
            <p:cNvSpPr/>
            <p:nvPr/>
          </p:nvSpPr>
          <p:spPr>
            <a:xfrm>
              <a:off x="1104350" y="27848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5"/>
                  </a:cubicBezTo>
                  <a:cubicBezTo>
                    <a:pt x="0" y="232"/>
                    <a:pt x="112" y="504"/>
                    <a:pt x="335" y="504"/>
                  </a:cubicBezTo>
                  <a:cubicBezTo>
                    <a:pt x="475" y="504"/>
                    <a:pt x="587" y="390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326;p75"/>
            <p:cNvSpPr/>
            <p:nvPr/>
          </p:nvSpPr>
          <p:spPr>
            <a:xfrm>
              <a:off x="1037125" y="24714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0"/>
                  </a:moveTo>
                  <a:cubicBezTo>
                    <a:pt x="273" y="0"/>
                    <a:pt x="210" y="23"/>
                    <a:pt x="159" y="74"/>
                  </a:cubicBezTo>
                  <a:cubicBezTo>
                    <a:pt x="0" y="232"/>
                    <a:pt x="112" y="503"/>
                    <a:pt x="337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3327;p75"/>
            <p:cNvSpPr/>
            <p:nvPr/>
          </p:nvSpPr>
          <p:spPr>
            <a:xfrm>
              <a:off x="1037125" y="2549750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5" y="0"/>
                  </a:moveTo>
                  <a:cubicBezTo>
                    <a:pt x="273" y="0"/>
                    <a:pt x="210" y="23"/>
                    <a:pt x="159" y="75"/>
                  </a:cubicBezTo>
                  <a:cubicBezTo>
                    <a:pt x="0" y="233"/>
                    <a:pt x="112" y="502"/>
                    <a:pt x="337" y="502"/>
                  </a:cubicBezTo>
                  <a:cubicBezTo>
                    <a:pt x="475" y="502"/>
                    <a:pt x="587" y="390"/>
                    <a:pt x="587" y="252"/>
                  </a:cubicBezTo>
                  <a:cubicBezTo>
                    <a:pt x="587" y="101"/>
                    <a:pt x="464" y="0"/>
                    <a:pt x="3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3328;p75"/>
            <p:cNvSpPr/>
            <p:nvPr/>
          </p:nvSpPr>
          <p:spPr>
            <a:xfrm>
              <a:off x="1037150" y="26281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3329;p75"/>
            <p:cNvSpPr/>
            <p:nvPr/>
          </p:nvSpPr>
          <p:spPr>
            <a:xfrm>
              <a:off x="1037150" y="2706475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1"/>
                    <a:pt x="336" y="501"/>
                  </a:cubicBezTo>
                  <a:cubicBezTo>
                    <a:pt x="474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3330;p75"/>
            <p:cNvSpPr/>
            <p:nvPr/>
          </p:nvSpPr>
          <p:spPr>
            <a:xfrm>
              <a:off x="1171575" y="22363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3331;p75"/>
            <p:cNvSpPr/>
            <p:nvPr/>
          </p:nvSpPr>
          <p:spPr>
            <a:xfrm>
              <a:off x="1171575" y="231470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2"/>
                    <a:pt x="335" y="502"/>
                  </a:cubicBezTo>
                  <a:cubicBezTo>
                    <a:pt x="473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3332;p75"/>
            <p:cNvSpPr/>
            <p:nvPr/>
          </p:nvSpPr>
          <p:spPr>
            <a:xfrm>
              <a:off x="1171575" y="23930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1" y="1"/>
                    <a:pt x="209" y="23"/>
                    <a:pt x="158" y="74"/>
                  </a:cubicBezTo>
                  <a:cubicBezTo>
                    <a:pt x="0" y="233"/>
                    <a:pt x="111" y="503"/>
                    <a:pt x="335" y="503"/>
                  </a:cubicBezTo>
                  <a:cubicBezTo>
                    <a:pt x="473" y="503"/>
                    <a:pt x="586" y="391"/>
                    <a:pt x="586" y="253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13333;p75"/>
            <p:cNvSpPr/>
            <p:nvPr/>
          </p:nvSpPr>
          <p:spPr>
            <a:xfrm>
              <a:off x="1104350" y="22363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13334;p75"/>
            <p:cNvSpPr/>
            <p:nvPr/>
          </p:nvSpPr>
          <p:spPr>
            <a:xfrm>
              <a:off x="1104350" y="2314700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2"/>
                    <a:pt x="335" y="502"/>
                  </a:cubicBezTo>
                  <a:cubicBezTo>
                    <a:pt x="475" y="502"/>
                    <a:pt x="587" y="389"/>
                    <a:pt x="587" y="251"/>
                  </a:cubicBezTo>
                  <a:cubicBezTo>
                    <a:pt x="587" y="101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13335;p75"/>
            <p:cNvSpPr/>
            <p:nvPr/>
          </p:nvSpPr>
          <p:spPr>
            <a:xfrm>
              <a:off x="1104350" y="23930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0" y="233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13336;p75"/>
            <p:cNvSpPr/>
            <p:nvPr/>
          </p:nvSpPr>
          <p:spPr>
            <a:xfrm>
              <a:off x="1037150" y="2236325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3" y="1"/>
                  </a:moveTo>
                  <a:cubicBezTo>
                    <a:pt x="272" y="1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2"/>
                  </a:cubicBezTo>
                  <a:cubicBezTo>
                    <a:pt x="586" y="101"/>
                    <a:pt x="462" y="1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13337;p75"/>
            <p:cNvSpPr/>
            <p:nvPr/>
          </p:nvSpPr>
          <p:spPr>
            <a:xfrm>
              <a:off x="1037150" y="231470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2"/>
                    <a:pt x="336" y="502"/>
                  </a:cubicBezTo>
                  <a:cubicBezTo>
                    <a:pt x="474" y="502"/>
                    <a:pt x="586" y="389"/>
                    <a:pt x="586" y="251"/>
                  </a:cubicBezTo>
                  <a:cubicBezTo>
                    <a:pt x="586" y="101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13338;p75"/>
            <p:cNvSpPr/>
            <p:nvPr/>
          </p:nvSpPr>
          <p:spPr>
            <a:xfrm>
              <a:off x="1037125" y="23930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3" y="1"/>
                    <a:pt x="210" y="23"/>
                    <a:pt x="159" y="74"/>
                  </a:cubicBezTo>
                  <a:cubicBezTo>
                    <a:pt x="0" y="233"/>
                    <a:pt x="112" y="503"/>
                    <a:pt x="337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13339;p75"/>
            <p:cNvSpPr/>
            <p:nvPr/>
          </p:nvSpPr>
          <p:spPr>
            <a:xfrm>
              <a:off x="1037125" y="2784825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3" y="1"/>
                    <a:pt x="210" y="24"/>
                    <a:pt x="159" y="75"/>
                  </a:cubicBezTo>
                  <a:cubicBezTo>
                    <a:pt x="0" y="232"/>
                    <a:pt x="112" y="504"/>
                    <a:pt x="337" y="504"/>
                  </a:cubicBezTo>
                  <a:cubicBezTo>
                    <a:pt x="475" y="504"/>
                    <a:pt x="587" y="390"/>
                    <a:pt x="587" y="252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13340;p75"/>
            <p:cNvSpPr/>
            <p:nvPr/>
          </p:nvSpPr>
          <p:spPr>
            <a:xfrm>
              <a:off x="1171575" y="28631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1" y="503"/>
                    <a:pt x="335" y="503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13341;p75"/>
            <p:cNvSpPr/>
            <p:nvPr/>
          </p:nvSpPr>
          <p:spPr>
            <a:xfrm>
              <a:off x="1171575" y="2941500"/>
              <a:ext cx="14650" cy="12600"/>
            </a:xfrm>
            <a:custGeom>
              <a:avLst/>
              <a:gdLst/>
              <a:ahLst/>
              <a:cxnLst/>
              <a:rect l="l" t="t" r="r" b="b"/>
              <a:pathLst>
                <a:path w="586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6"/>
                  </a:cubicBezTo>
                  <a:cubicBezTo>
                    <a:pt x="0" y="233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3"/>
                  </a:cubicBezTo>
                  <a:cubicBezTo>
                    <a:pt x="586" y="101"/>
                    <a:pt x="462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13342;p75"/>
            <p:cNvSpPr/>
            <p:nvPr/>
          </p:nvSpPr>
          <p:spPr>
            <a:xfrm>
              <a:off x="1171575" y="30198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3" y="503"/>
                    <a:pt x="335" y="503"/>
                  </a:cubicBezTo>
                  <a:cubicBezTo>
                    <a:pt x="473" y="503"/>
                    <a:pt x="586" y="391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13343;p75"/>
            <p:cNvSpPr/>
            <p:nvPr/>
          </p:nvSpPr>
          <p:spPr>
            <a:xfrm>
              <a:off x="1171575" y="309825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1"/>
                    <a:pt x="113" y="501"/>
                    <a:pt x="335" y="501"/>
                  </a:cubicBezTo>
                  <a:cubicBezTo>
                    <a:pt x="473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13344;p75"/>
            <p:cNvSpPr/>
            <p:nvPr/>
          </p:nvSpPr>
          <p:spPr>
            <a:xfrm>
              <a:off x="1104350" y="28631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13345;p75"/>
            <p:cNvSpPr/>
            <p:nvPr/>
          </p:nvSpPr>
          <p:spPr>
            <a:xfrm>
              <a:off x="1104350" y="29415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4" y="1"/>
                  </a:moveTo>
                  <a:cubicBezTo>
                    <a:pt x="272" y="1"/>
                    <a:pt x="209" y="24"/>
                    <a:pt x="158" y="76"/>
                  </a:cubicBezTo>
                  <a:cubicBezTo>
                    <a:pt x="0" y="233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3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13346;p75"/>
            <p:cNvSpPr/>
            <p:nvPr/>
          </p:nvSpPr>
          <p:spPr>
            <a:xfrm>
              <a:off x="1104350" y="30198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2"/>
                    <a:pt x="112" y="503"/>
                    <a:pt x="335" y="503"/>
                  </a:cubicBezTo>
                  <a:cubicBezTo>
                    <a:pt x="475" y="503"/>
                    <a:pt x="587" y="391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13347;p75"/>
            <p:cNvSpPr/>
            <p:nvPr/>
          </p:nvSpPr>
          <p:spPr>
            <a:xfrm>
              <a:off x="1104350" y="3098250"/>
              <a:ext cx="14675" cy="12550"/>
            </a:xfrm>
            <a:custGeom>
              <a:avLst/>
              <a:gdLst/>
              <a:ahLst/>
              <a:cxnLst/>
              <a:rect l="l" t="t" r="r" b="b"/>
              <a:pathLst>
                <a:path w="587" h="502" extrusionOk="0">
                  <a:moveTo>
                    <a:pt x="334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0" y="231"/>
                    <a:pt x="112" y="501"/>
                    <a:pt x="335" y="501"/>
                  </a:cubicBezTo>
                  <a:cubicBezTo>
                    <a:pt x="475" y="501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13348;p75"/>
            <p:cNvSpPr/>
            <p:nvPr/>
          </p:nvSpPr>
          <p:spPr>
            <a:xfrm>
              <a:off x="1037125" y="2863175"/>
              <a:ext cx="14675" cy="12575"/>
            </a:xfrm>
            <a:custGeom>
              <a:avLst/>
              <a:gdLst/>
              <a:ahLst/>
              <a:cxnLst/>
              <a:rect l="l" t="t" r="r" b="b"/>
              <a:pathLst>
                <a:path w="587" h="503" extrusionOk="0">
                  <a:moveTo>
                    <a:pt x="334" y="0"/>
                  </a:moveTo>
                  <a:cubicBezTo>
                    <a:pt x="273" y="0"/>
                    <a:pt x="210" y="23"/>
                    <a:pt x="159" y="74"/>
                  </a:cubicBezTo>
                  <a:cubicBezTo>
                    <a:pt x="0" y="232"/>
                    <a:pt x="112" y="503"/>
                    <a:pt x="337" y="503"/>
                  </a:cubicBezTo>
                  <a:cubicBezTo>
                    <a:pt x="475" y="503"/>
                    <a:pt x="587" y="389"/>
                    <a:pt x="587" y="251"/>
                  </a:cubicBezTo>
                  <a:cubicBezTo>
                    <a:pt x="587" y="100"/>
                    <a:pt x="463" y="0"/>
                    <a:pt x="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13349;p75"/>
            <p:cNvSpPr/>
            <p:nvPr/>
          </p:nvSpPr>
          <p:spPr>
            <a:xfrm>
              <a:off x="1037125" y="2941500"/>
              <a:ext cx="14675" cy="12600"/>
            </a:xfrm>
            <a:custGeom>
              <a:avLst/>
              <a:gdLst/>
              <a:ahLst/>
              <a:cxnLst/>
              <a:rect l="l" t="t" r="r" b="b"/>
              <a:pathLst>
                <a:path w="587" h="504" extrusionOk="0">
                  <a:moveTo>
                    <a:pt x="335" y="1"/>
                  </a:moveTo>
                  <a:cubicBezTo>
                    <a:pt x="273" y="1"/>
                    <a:pt x="210" y="24"/>
                    <a:pt x="159" y="76"/>
                  </a:cubicBezTo>
                  <a:cubicBezTo>
                    <a:pt x="0" y="233"/>
                    <a:pt x="112" y="503"/>
                    <a:pt x="337" y="503"/>
                  </a:cubicBezTo>
                  <a:cubicBezTo>
                    <a:pt x="475" y="503"/>
                    <a:pt x="587" y="391"/>
                    <a:pt x="587" y="253"/>
                  </a:cubicBezTo>
                  <a:cubicBezTo>
                    <a:pt x="587" y="101"/>
                    <a:pt x="464" y="1"/>
                    <a:pt x="3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13350;p75"/>
            <p:cNvSpPr/>
            <p:nvPr/>
          </p:nvSpPr>
          <p:spPr>
            <a:xfrm>
              <a:off x="1037150" y="3019875"/>
              <a:ext cx="14650" cy="12575"/>
            </a:xfrm>
            <a:custGeom>
              <a:avLst/>
              <a:gdLst/>
              <a:ahLst/>
              <a:cxnLst/>
              <a:rect l="l" t="t" r="r" b="b"/>
              <a:pathLst>
                <a:path w="586" h="503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2"/>
                    <a:pt x="113" y="503"/>
                    <a:pt x="336" y="503"/>
                  </a:cubicBezTo>
                  <a:cubicBezTo>
                    <a:pt x="474" y="503"/>
                    <a:pt x="586" y="391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13351;p75"/>
            <p:cNvSpPr/>
            <p:nvPr/>
          </p:nvSpPr>
          <p:spPr>
            <a:xfrm>
              <a:off x="1037150" y="3098250"/>
              <a:ext cx="14650" cy="12550"/>
            </a:xfrm>
            <a:custGeom>
              <a:avLst/>
              <a:gdLst/>
              <a:ahLst/>
              <a:cxnLst/>
              <a:rect l="l" t="t" r="r" b="b"/>
              <a:pathLst>
                <a:path w="586" h="502" extrusionOk="0">
                  <a:moveTo>
                    <a:pt x="333" y="0"/>
                  </a:moveTo>
                  <a:cubicBezTo>
                    <a:pt x="272" y="0"/>
                    <a:pt x="209" y="23"/>
                    <a:pt x="158" y="74"/>
                  </a:cubicBezTo>
                  <a:cubicBezTo>
                    <a:pt x="1" y="231"/>
                    <a:pt x="113" y="501"/>
                    <a:pt x="336" y="501"/>
                  </a:cubicBezTo>
                  <a:cubicBezTo>
                    <a:pt x="474" y="501"/>
                    <a:pt x="586" y="389"/>
                    <a:pt x="586" y="251"/>
                  </a:cubicBezTo>
                  <a:cubicBezTo>
                    <a:pt x="586" y="100"/>
                    <a:pt x="462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9" name="Picture 38" descr="Iiuc-logo_new">
            <a:extLst>
              <a:ext uri="{FF2B5EF4-FFF2-40B4-BE49-F238E27FC236}">
                <a16:creationId xmlns:a16="http://schemas.microsoft.com/office/drawing/2014/main" id="{75752E4D-1A19-4FBF-E8A1-611AA2916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" y="6342698"/>
            <a:ext cx="401320" cy="423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1862</Words>
  <Application>Microsoft Office PowerPoint</Application>
  <PresentationFormat>Widescreen</PresentationFormat>
  <Paragraphs>211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Bahnschrift</vt:lpstr>
      <vt:lpstr>Calibri</vt:lpstr>
      <vt:lpstr>Calibri Light</vt:lpstr>
      <vt:lpstr>Lora</vt:lpstr>
      <vt:lpstr>Nixie One</vt:lpstr>
      <vt:lpstr>Poppins Light</vt:lpstr>
      <vt:lpstr>Poppins SemiBold</vt:lpstr>
      <vt:lpstr>Times</vt:lpstr>
      <vt:lpstr>Times New Roman</vt:lpstr>
      <vt:lpstr>Office Theme</vt:lpstr>
      <vt:lpstr>1_Office Theme</vt:lpstr>
      <vt:lpstr>PowerPoint Presentation</vt:lpstr>
      <vt:lpstr>Introduction</vt:lpstr>
      <vt:lpstr>INTRODUCTION</vt:lpstr>
      <vt:lpstr>Problem Statement</vt:lpstr>
      <vt:lpstr>PowerPoint Presentation</vt:lpstr>
      <vt:lpstr>Objectives</vt:lpstr>
      <vt:lpstr>PowerPoint Presentation</vt:lpstr>
      <vt:lpstr>Literature Review</vt:lpstr>
      <vt:lpstr>Attention Is All You Need </vt:lpstr>
      <vt:lpstr>Improving Language Understanding by Generative Pre-Training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  <vt:lpstr>Overview</vt:lpstr>
      <vt:lpstr>PowerPoint Presentation</vt:lpstr>
      <vt:lpstr>PowerPoint Presentation</vt:lpstr>
      <vt:lpstr>Expected Outcomes</vt:lpstr>
      <vt:lpstr>PowerPoint Presentation</vt:lpstr>
      <vt:lpstr>Grantt Chart</vt:lpstr>
      <vt:lpstr>PowerPoint Presentation</vt:lpstr>
      <vt:lpstr>Conclusion</vt:lpstr>
      <vt:lpstr>PowerPoint Presentation</vt:lpstr>
      <vt:lpstr>References</vt:lpstr>
      <vt:lpstr>PowerPoint Presentation</vt:lpstr>
      <vt:lpstr>Appendix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Lamisa Mashiat</dc:creator>
  <cp:lastModifiedBy>Turja Dutta</cp:lastModifiedBy>
  <cp:revision>378</cp:revision>
  <dcterms:created xsi:type="dcterms:W3CDTF">2022-10-13T18:52:00Z</dcterms:created>
  <dcterms:modified xsi:type="dcterms:W3CDTF">2025-09-03T11:46:10Z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C40225DAB1F74F90A6216041B20DDFE2</vt:lpwstr>
  </property>
  <property fmtid="{D5CDD505-2E9C-101B-9397-08002B2CF9AE}" pid="3" name="KSOProductBuildVer">
    <vt:lpwstr>1033-11.2.0.11341</vt:lpwstr>
  </property>
</Properties>
</file>